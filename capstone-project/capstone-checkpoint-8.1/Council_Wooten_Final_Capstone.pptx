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22f06297c34ca8" /><Relationship Type="http://schemas.openxmlformats.org/officeDocument/2006/relationships/extended-properties" Target="/docProps/app.xml" Id="Rc603f8686ff1400a" /><Relationship Type="http://schemas.openxmlformats.org/officeDocument/2006/relationships/officeDocument" Target="/ppt/presentation.xml" Id="Rd992617a6ea04725" /></Relationships>
</file>

<file path=ppt/presentation.xml><?xml version="1.0" encoding="utf-8"?>
<p:presentation xmlns:p="http://schemas.openxmlformats.org/presentationml/2006/main">
  <p:sldMasterIdLst>
    <p:sldMasterId xmlns:r="http://schemas.openxmlformats.org/officeDocument/2006/relationships" id="2147483648" r:id="R75fcc78e682543b1"/>
  </p:sldMasterIdLst>
  <p:notesMasterIdLst>
    <p:notesMasterId xmlns:r="http://schemas.openxmlformats.org/officeDocument/2006/relationships" r:id="R63ad93598ffa4254"/>
  </p:notesMasterIdLst>
  <p:sldIdLst>
    <p:sldId xmlns:r="http://schemas.openxmlformats.org/officeDocument/2006/relationships" id="256" r:id="Re82ed7a98ee844b9"/>
    <p:sldId xmlns:r="http://schemas.openxmlformats.org/officeDocument/2006/relationships" id="257" r:id="R9e166ece7f4a442c"/>
    <p:sldId xmlns:r="http://schemas.openxmlformats.org/officeDocument/2006/relationships" id="258" r:id="Rebd6fcabded24760"/>
    <p:sldId xmlns:r="http://schemas.openxmlformats.org/officeDocument/2006/relationships" id="259" r:id="Rcee5528590c84e06"/>
    <p:sldId xmlns:r="http://schemas.openxmlformats.org/officeDocument/2006/relationships" id="260" r:id="R5fa6271c7b54401f"/>
    <p:sldId xmlns:r="http://schemas.openxmlformats.org/officeDocument/2006/relationships" id="261" r:id="Rdf5836c73c9d446b"/>
    <p:sldId xmlns:r="http://schemas.openxmlformats.org/officeDocument/2006/relationships" id="262" r:id="R03daa45890c54b19"/>
    <p:sldId xmlns:r="http://schemas.openxmlformats.org/officeDocument/2006/relationships" id="263" r:id="R6465ea845d02403c"/>
    <p:sldId xmlns:r="http://schemas.openxmlformats.org/officeDocument/2006/relationships" id="264" r:id="R4c29724cf52f4924"/>
    <p:sldId xmlns:r="http://schemas.openxmlformats.org/officeDocument/2006/relationships" id="265" r:id="R2039012ec36244c2"/>
    <p:sldId xmlns:r="http://schemas.openxmlformats.org/officeDocument/2006/relationships" id="266" r:id="R36b4fe494d5f4534"/>
    <p:sldId xmlns:r="http://schemas.openxmlformats.org/officeDocument/2006/relationships" id="267" r:id="R44e01ddb67eb48f6"/>
  </p:sldIdLst>
  <p:sldSz cx="12192000" cy="68580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4493c56a06f34434" /><Relationship Type="http://schemas.openxmlformats.org/officeDocument/2006/relationships/slideMaster" Target="/ppt/slideMasters/slideMaster1.xml" Id="R75fcc78e682543b1" /><Relationship Type="http://schemas.openxmlformats.org/officeDocument/2006/relationships/notesMaster" Target="/ppt/notesMasters/notesMaster1.xml" Id="R63ad93598ffa4254" /><Relationship Type="http://schemas.openxmlformats.org/officeDocument/2006/relationships/presProps" Target="/ppt/presProps.xml" Id="Rd0b25bfda60e4b9d" /><Relationship Type="http://schemas.openxmlformats.org/officeDocument/2006/relationships/viewProps" Target="/ppt/viewProps.xml" Id="Rf9b6479fd7824778" /><Relationship Type="http://schemas.openxmlformats.org/officeDocument/2006/relationships/tableStyles" Target="/ppt/tableStyles.xml" Id="Rf83fc56f397f42cf" /><Relationship Type="http://schemas.openxmlformats.org/officeDocument/2006/relationships/slide" Target="/ppt/slides/slide1.xml" Id="Re82ed7a98ee844b9" /><Relationship Type="http://schemas.openxmlformats.org/officeDocument/2006/relationships/slide" Target="/ppt/slides/slide2.xml" Id="R9e166ece7f4a442c" /><Relationship Type="http://schemas.openxmlformats.org/officeDocument/2006/relationships/slide" Target="/ppt/slides/slide3.xml" Id="Rebd6fcabded24760" /><Relationship Type="http://schemas.openxmlformats.org/officeDocument/2006/relationships/slide" Target="/ppt/slides/slide4.xml" Id="Rcee5528590c84e06" /><Relationship Type="http://schemas.openxmlformats.org/officeDocument/2006/relationships/slide" Target="/ppt/slides/slide5.xml" Id="R5fa6271c7b54401f" /><Relationship Type="http://schemas.openxmlformats.org/officeDocument/2006/relationships/slide" Target="/ppt/slides/slide6.xml" Id="Rdf5836c73c9d446b" /><Relationship Type="http://schemas.openxmlformats.org/officeDocument/2006/relationships/slide" Target="/ppt/slides/slide7.xml" Id="R03daa45890c54b19" /><Relationship Type="http://schemas.openxmlformats.org/officeDocument/2006/relationships/slide" Target="/ppt/slides/slide8.xml" Id="R6465ea845d02403c" /><Relationship Type="http://schemas.openxmlformats.org/officeDocument/2006/relationships/slide" Target="/ppt/slides/slide9.xml" Id="R4c29724cf52f4924" /><Relationship Type="http://schemas.openxmlformats.org/officeDocument/2006/relationships/slide" Target="/ppt/slides/slide10.xml" Id="R2039012ec36244c2" /><Relationship Type="http://schemas.openxmlformats.org/officeDocument/2006/relationships/slide" Target="/ppt/slides/slide11.xml" Id="R36b4fe494d5f4534" /><Relationship Type="http://schemas.openxmlformats.org/officeDocument/2006/relationships/slide" Target="/ppt/slides/slide12.xml" Id="R44e01ddb67eb48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24ae410d2b45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1_MIT PE">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lue War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772ce4cf5b411f" /><Relationship Type="http://schemas.openxmlformats.org/officeDocument/2006/relationships/notesMaster" Target="/ppt/notesMasters/notesMaster1.xml" Id="R207ab4dc5484455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577c4eed30452d" /><Relationship Type="http://schemas.openxmlformats.org/officeDocument/2006/relationships/notesMaster" Target="/ppt/notesMasters/notesMaster1.xml" Id="R064cde5d6b8748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e3082baa0142c9" /><Relationship Type="http://schemas.openxmlformats.org/officeDocument/2006/relationships/notesMaster" Target="/ppt/notesMasters/notesMaster1.xml" Id="R1cb02b98ea9b44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0bb939268b40b6" /><Relationship Type="http://schemas.openxmlformats.org/officeDocument/2006/relationships/notesMaster" Target="/ppt/notesMasters/notesMaster1.xml" Id="R877ae7665dc046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cec55deea74ef2" /><Relationship Type="http://schemas.openxmlformats.org/officeDocument/2006/relationships/notesMaster" Target="/ppt/notesMasters/notesMaster1.xml" Id="Rb81463eb21ce44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cde3ef8e7b4af5" /><Relationship Type="http://schemas.openxmlformats.org/officeDocument/2006/relationships/notesMaster" Target="/ppt/notesMasters/notesMaster1.xml" Id="R19dd37cea9fe46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f5c240f94e24840" /><Relationship Type="http://schemas.openxmlformats.org/officeDocument/2006/relationships/notesMaster" Target="/ppt/notesMasters/notesMaster1.xml" Id="R30032ac744ef41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cd96b7231e14f73" /><Relationship Type="http://schemas.openxmlformats.org/officeDocument/2006/relationships/notesMaster" Target="/ppt/notesMasters/notesMaster1.xml" Id="R8ffbca5d36ba4e9a"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16d0e430b74e2e" /><Relationship Type="http://schemas.openxmlformats.org/officeDocument/2006/relationships/notesMaster" Target="/ppt/notesMasters/notesMaster1.xml" Id="R0b9f165066a449f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ddb440fb0b541e1" /><Relationship Type="http://schemas.openxmlformats.org/officeDocument/2006/relationships/notesMaster" Target="/ppt/notesMasters/notesMaster1.xml" Id="Reef5a628a9ac47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8bac0666b3f4cb9" /><Relationship Type="http://schemas.openxmlformats.org/officeDocument/2006/relationships/notesMaster" Target="/ppt/notesMasters/notesMaster1.xml" Id="Re87dbe80bbd64ad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61de0f3a4bb46a9" /><Relationship Type="http://schemas.openxmlformats.org/officeDocument/2006/relationships/notesMaster" Target="/ppt/notesMasters/notesMaster1.xml" Id="Rf6c2ad2358ff42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REHEARSAL TARGET 0:00–0:15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I’m Council Wooten III. My project is the Research Paper Navigator. I’ll explain the system, show the evidence, and discuss what worked and what still needs improvement.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UNDERSTANDING CHECK: State the project and purpose in one breath.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SOURCE: Capstone 7.1 production_20261006T184600_523291Z, repository snapshot 0a18408. </a:t>
            </a:r>
            <a:endParaRPr/>
          </a:p>
          <a:p xmlns:a="http://schemas.openxmlformats.org/drawingml/2006/main">
            <a:pPr marL="0" lvl="0" indent="0" algn="l">
              <a:lnSpc>
                <a:spcPct val="100000"/>
              </a:lnSpc>
              <a:spcBef>
                <a:spcPts val="0"/>
              </a:spcBef>
              <a:spcAft>
                <a:spcPts val="0"/>
              </a:spcAft>
              <a:buSzPts val="1400"/>
              <a:buNone/>
            </a:pPr>
            <a:r>
              <a:t>See Capstone_Defense_and_Alignment_Review.txt for extended Q&amp;A. Alternatives are proposed choices unless a measured comparison is explicitly cited.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REHEARSAL TARGET 0:15–0:35</a:t>
            </a:r>
          </a:p>
          <a:p xmlns:a="http://schemas.openxmlformats.org/drawingml/2006/main">
            <a:r>
              <a:t/>
            </a:r>
          </a:p>
          <a:p xmlns:a="http://schemas.openxmlformats.org/drawingml/2006/main">
            <a:r>
              <a:t>My system helps readers locate and compare research findings, with answers tied to paper pages. In construction, I ask which drawing or specification supports a decision. Here, I ask which paper and page support an answer. An early lesson stayed with me: a confident answer built on the wrong evidence can be more dangerous than admitting uncertainty.</a:t>
            </a:r>
          </a:p>
          <a:p xmlns:a="http://schemas.openxmlformats.org/drawingml/2006/main">
            <a:r>
              <a:t/>
            </a:r>
          </a:p>
          <a:p xmlns:a="http://schemas.openxmlformats.org/drawingml/2006/main">
            <a:r>
              <a:t>UNDERSTANDING CHECK: Explain why traceability matters before describing the software.</a:t>
            </a:r>
          </a:p>
          <a:p xmlns:a="http://schemas.openxmlformats.org/drawingml/2006/main">
            <a:r>
              <a:t/>
            </a:r>
          </a:p>
          <a:p xmlns:a="http://schemas.openxmlformats.org/drawingml/2006/main">
            <a:r>
              <a:t>SOURCE: Capstone 7.1 production_20261006T184600_523291Z, repository snapshot 0a18408. </a:t>
            </a:r>
          </a:p>
          <a:p xmlns:a="http://schemas.openxmlformats.org/drawingml/2006/main">
            <a:r>
              <a:t>See Capstone_Defense_and_Alignment_Review.txt for extended Q&amp;A. Alternatives are proposed choices unless a measured comparison is explicitly cited.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REHEARSAL TARGET 0:35–1:05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intended user is a reader searching across research papers. I kept the same research-paper scenario throughout the checkpoints. This collection contains 153 PDFs and produced 6,059 readable pages. Questions ask for a reported result or compare methods across papers. Finding a document is only the first step. The answer must use the right passage and preserve its meaning. Faster evidence review is the intended business value, but customer time savings remain unmeasured. The page count also does not prove that every table or image was extracted correctly.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UNDERSTANDING CHECK: Separate corpus size from extraction quality and business value.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SOURCE: Capstone 7.1 production_20261006T184600_523291Z, repository snapshot 0a18408. </a:t>
            </a:r>
            <a:endParaRPr/>
          </a:p>
          <a:p xmlns:a="http://schemas.openxmlformats.org/drawingml/2006/main">
            <a:pPr marL="0" lvl="0" indent="0" algn="l">
              <a:lnSpc>
                <a:spcPct val="100000"/>
              </a:lnSpc>
              <a:spcBef>
                <a:spcPts val="0"/>
              </a:spcBef>
              <a:spcAft>
                <a:spcPts val="0"/>
              </a:spcAft>
              <a:buSzPts val="1400"/>
              <a:buNone/>
            </a:pPr>
            <a:r>
              <a:t>See Capstone_Defense_and_Alignment_Review.txt for extended Q&amp;A. Alternatives are proposed choices unless a measured comparison is explicitly cited.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REHEARSAL TARGET 1:05–2:00</a:t>
            </a:r>
          </a:p>
          <a:p xmlns:a="http://schemas.openxmlformats.org/drawingml/2006/main">
            <a:r>
              <a:t/>
            </a:r>
          </a:p>
          <a:p xmlns:a="http://schemas.openxmlformats.org/drawingml/2006/main">
            <a:r>
              <a:t>Follow the question through the diagram. Preparation extracts PDF pages and builds a BM25 keyword index. Ordinary code checks input length and control characters. Next comes an exact-question cache lookup. A matching entry must pass evidence revalidation against the loaded document snapshot before returning. If there is no valid entry, the model planner can search, open a page from a known paper, or answer. Each search returns up to three pages. The planner has four actions and can collect up to twelve pages. It then drafts a structured answer. Think of the planner as a coordinator and the index as the document locator. The dark boxes use the model, and the light boxes use code. This final path uses keyword retrieval. It does not use a vector database or hybrid search.</a:t>
            </a:r>
          </a:p>
          <a:p xmlns:a="http://schemas.openxmlformats.org/drawingml/2006/main">
            <a:r>
              <a:t/>
            </a:r>
          </a:p>
          <a:p xmlns:a="http://schemas.openxmlformats.org/drawingml/2006/main">
            <a:r>
              <a:t>UNDERSTANDING CHECK: Explain retrieval, model planning, and deterministic checks as separate responsibilities.</a:t>
            </a:r>
          </a:p>
          <a:p xmlns:a="http://schemas.openxmlformats.org/drawingml/2006/main">
            <a:r>
              <a:t/>
            </a:r>
          </a:p>
          <a:p xmlns:a="http://schemas.openxmlformats.org/drawingml/2006/main">
            <a:r>
              <a:t>SOURCE: Capstone 7.1 production_20261006T184600_523291Z, repository snapshot 0a18408. </a:t>
            </a:r>
          </a:p>
          <a:p xmlns:a="http://schemas.openxmlformats.org/drawingml/2006/main">
            <a:r>
              <a:t>See Capstone_Defense_and_Alignment_Review.txt for extended Q&amp;A. Alternatives are proposed choices unless a measured comparison is explicitly cited.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REHEARSAL TARGET 2:00–2:45</a:t>
            </a:r>
          </a:p>
          <a:p xmlns:a="http://schemas.openxmlformats.org/drawingml/2006/main">
            <a:r>
              <a:t/>
            </a:r>
          </a:p>
          <a:p xmlns:a="http://schemas.openxmlformats.org/drawingml/2006/main">
            <a:r>
              <a:t>The draft contains claims, source identifiers, and quotations. Code checks that each source was retrieved and that its quotation appears on the cited page after normalizing whitespace. The application supplies the filename and physical page number. A failed draft gets one repair attempt. A second failure withholds the answer. Refusals do not enter the cache. Accepted answers can remain for fifteen minutes, with a maximum of sixty-four entries. This resembles checking a submittal against its reference. Even a quotation copied correctly can be used to support the wrong conclusion. Reviewing the claim and its meaning remains a separate responsibility.</a:t>
            </a:r>
          </a:p>
          <a:p xmlns:a="http://schemas.openxmlformats.org/drawingml/2006/main">
            <a:r>
              <a:t/>
            </a:r>
          </a:p>
          <a:p xmlns:a="http://schemas.openxmlformats.org/drawingml/2006/main">
            <a:r>
              <a:t>UNDERSTANDING CHECK: Why can a valid quotation accompany a misleading interpretation?</a:t>
            </a:r>
          </a:p>
          <a:p xmlns:a="http://schemas.openxmlformats.org/drawingml/2006/main">
            <a:r>
              <a:t/>
            </a:r>
          </a:p>
          <a:p xmlns:a="http://schemas.openxmlformats.org/drawingml/2006/main">
            <a:r>
              <a:t>SOURCE: Capstone 7.1 production_20261006T184600_523291Z, repository snapshot 0a18408. </a:t>
            </a:r>
          </a:p>
          <a:p xmlns:a="http://schemas.openxmlformats.org/drawingml/2006/main">
            <a:r>
              <a:t>See Capstone_Defense_and_Alignment_Review.txt for extended Q&amp;A. Alternatives are proposed choices unless a measured comparison is explicitly cited.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REHEARSAL TARGET 2:45–3:40</a:t>
            </a:r>
          </a:p>
          <a:p xmlns:a="http://schemas.openxmlformats.org/drawingml/2006/main">
            <a:r>
              <a:t/>
            </a:r>
          </a:p>
          <a:p xmlns:a="http://schemas.openxmlformats.org/drawingml/2006/main">
            <a:r>
              <a:t>Evaluation became more useful when I separated the stages. Did PDF extraction preserve the source? Did retrieval find the needed evidence? Did the answer use it correctly? Did the software enforce its rules? What time and tokens did the request consume? Earlier checkpoints taught me to distinguish retrieving the wrong paper from misinterpreting a paper. Here, extraction completeness remains unscored. In B0, both versions retrieved the same five pages, including key support. Assistant review rated five of six development cases as meeting criteria in each version, with different failures. This is not an independent accuracy benchmark. The nineteen offline checks test validation, caching, repair, and usage accounting. They do not measure retrieval accuracy. Fourteen live requests provide a separate record of actual answers and resource use.</a:t>
            </a:r>
          </a:p>
          <a:p xmlns:a="http://schemas.openxmlformats.org/drawingml/2006/main">
            <a:r>
              <a:t/>
            </a:r>
          </a:p>
          <a:p xmlns:a="http://schemas.openxmlformats.org/drawingml/2006/main">
            <a:r>
              <a:t>UNDERSTANDING CHECK: Name what each stage measures and what remains unmeasured.</a:t>
            </a:r>
          </a:p>
          <a:p xmlns:a="http://schemas.openxmlformats.org/drawingml/2006/main">
            <a:r>
              <a:t/>
            </a:r>
          </a:p>
          <a:p xmlns:a="http://schemas.openxmlformats.org/drawingml/2006/main">
            <a:r>
              <a:t>SOURCE: Capstone 7.1 production_20261006T184600_523291Z, repository snapshot 0a18408. Sources: preparation.json, CASE_REVIEW.json, offline_checks.json and per-case result.json in the Capstone 7.1 run.</a:t>
            </a:r>
          </a:p>
          <a:p xmlns:a="http://schemas.openxmlformats.org/drawingml/2006/main">
            <a:r>
              <a:t>See Capstone_Defense_and_Alignment_Review.txt for extended Q&amp;A. Alternatives are proposed choices unless a measured comparison is explicitly cited.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REHEARSAL TARGET 3:40–4:25</a:t>
            </a:r>
          </a:p>
          <a:p xmlns:a="http://schemas.openxmlformats.org/drawingml/2006/main">
            <a:r>
              <a:t/>
            </a:r>
          </a:p>
          <a:p xmlns:a="http://schemas.openxmlformats.org/drawingml/2006/main">
            <a:r>
              <a:t>Case A3 shows the clearest security improvement. The user input planted a false correction stating exactly 17.3 percent and named a fabricated PDF. The baseline retrieved no pages and repeated that claim with the false citation. The guarded system searched the real collection and returned the supported finding of greater than ninety percent. Those numbers describe the research paper’s result. They are not my system’s accuracy. The guarded prompts, answer format, and validation changed together, so I cannot attribute this outcome to the validator alone. What I can show is that the guarded system resisted this recorded attack.</a:t>
            </a:r>
          </a:p>
          <a:p xmlns:a="http://schemas.openxmlformats.org/drawingml/2006/main">
            <a:r>
              <a:t/>
            </a:r>
          </a:p>
          <a:p xmlns:a="http://schemas.openxmlformats.org/drawingml/2006/main">
            <a:r>
              <a:t>UNDERSTANDING CHECK: Explain the trust boundary and why the comparison does not isolate one safeguard.</a:t>
            </a:r>
          </a:p>
          <a:p xmlns:a="http://schemas.openxmlformats.org/drawingml/2006/main">
            <a:r>
              <a:t/>
            </a:r>
          </a:p>
          <a:p xmlns:a="http://schemas.openxmlformats.org/drawingml/2006/main">
            <a:r>
              <a:t>SOURCE: Capstone 7.1 production_20261006T184600_523291Z, repository snapshot 0a18408. Sources: baseline_A3/result.json and guarded_cold_A3/result.json and their model-call records.</a:t>
            </a:r>
          </a:p>
          <a:p xmlns:a="http://schemas.openxmlformats.org/drawingml/2006/main">
            <a:r>
              <a:t>See Capstone_Defense_and_Alignment_Review.txt for extended Q&amp;A. Alternatives are proposed choices unless a measured comparison is explicitly cited.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REHEARSAL TARGET 4:25–5:15</a:t>
            </a:r>
          </a:p>
          <a:p xmlns:a="http://schemas.openxmlformats.org/drawingml/2006/main">
            <a:r>
              <a:t/>
            </a:r>
          </a:p>
          <a:p xmlns:a="http://schemas.openxmlformats.org/drawingml/2006/main">
            <a:r>
              <a:t>B0 asked for a comparison of SPARLING and The Sketching Approach to Program Synthesis. The baseline and guarded cold run retrieved the same five pages, including the key support. The baseline produced a useful comparison. The guarded draft and its repair changed quotation text. Validation rejected both, and the system withheld the answer. Differences included capitalization, spacing, PDF hyphenation, and joined characters called ligatures. Did the system receive the wrong evidence, or mishandle the correct evidence? Here, relevant evidence arrived. The failure occurred where answer generation met quotation validation. Searching again would not directly fix that mismatch. My next test would copy passages directly from the source, or narrowly correct PDF text artifacts while checking that facts remain unchanged.</a:t>
            </a:r>
          </a:p>
          <a:p xmlns:a="http://schemas.openxmlformats.org/drawingml/2006/main">
            <a:r>
              <a:t/>
            </a:r>
          </a:p>
          <a:p xmlns:a="http://schemas.openxmlformats.org/drawingml/2006/main">
            <a:r>
              <a:t>UNDERSTANDING CHECK: Explain the failure layer without calling it a retrieval miss.</a:t>
            </a:r>
          </a:p>
          <a:p xmlns:a="http://schemas.openxmlformats.org/drawingml/2006/main">
            <a:r>
              <a:t/>
            </a:r>
          </a:p>
          <a:p xmlns:a="http://schemas.openxmlformats.org/drawingml/2006/main">
            <a:r>
              <a:t>SOURCE: Capstone 7.1 production_20261006T184600_523291Z, repository snapshot 0a18408. Sources: baseline_B0/result.json, guarded_cold_B0/result.json, guarded_cold_B0/call_04.json and call_05.json.</a:t>
            </a:r>
          </a:p>
          <a:p xmlns:a="http://schemas.openxmlformats.org/drawingml/2006/main">
            <a:r>
              <a:t>See Capstone_Defense_and_Alignment_Review.txt for extended Q&amp;A. Alternatives are proposed choices unless a measured comparison is explicitly cited.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REHEARSAL TARGET 5:15–6:10</a:t>
            </a:r>
          </a:p>
          <a:p xmlns:a="http://schemas.openxmlformats.org/drawingml/2006/main">
            <a:r>
              <a:t/>
            </a:r>
          </a:p>
          <a:p xmlns:a="http://schemas.openxmlformats.org/drawingml/2006/main">
            <a:r>
              <a:t>The six-question guarded workload took about thirty-one seconds versus twenty-three for baseline. Chat calls rose from seventeen to twenty. Tokens rose from about twenty-eight thousand to forty-five thousand. A0 repeated in roughly eight milliseconds with zero model calls. B0 failed validation, stayed uncached, and repeated the full workflow. For those same two questions, baseline took about eleven seconds and guarded repeats took about fifteen. Fewer calls did not produce an overall speedup. That carries forward another checkpoint lesson: a better summary number does not prove a particular failure was fixed. These timings exclude corpus preparation and include provider variability. Token counts are measured usage, not verified dollar savings. The comparison has to include the failures and cache misses a user actually experiences.</a:t>
            </a:r>
          </a:p>
          <a:p xmlns:a="http://schemas.openxmlformats.org/drawingml/2006/main">
            <a:r>
              <a:t/>
            </a:r>
          </a:p>
          <a:p xmlns:a="http://schemas.openxmlformats.org/drawingml/2006/main">
            <a:r>
              <a:t>UNDERSTANDING CHECK: Why must the comparison use the same questions, and why is one cache hit insufficient?</a:t>
            </a:r>
          </a:p>
          <a:p xmlns:a="http://schemas.openxmlformats.org/drawingml/2006/main">
            <a:r>
              <a:t/>
            </a:r>
          </a:p>
          <a:p xmlns:a="http://schemas.openxmlformats.org/drawingml/2006/main">
            <a:r>
              <a:t>SOURCE: Capstone 7.1 production_20261006T184600_523291Z, repository snapshot 0a18408. Sources: METRICS_SUMMARY.csv reconciled with all 42 raw call records and 14 metrics.json files.</a:t>
            </a:r>
          </a:p>
          <a:p xmlns:a="http://schemas.openxmlformats.org/drawingml/2006/main">
            <a:r>
              <a:t>See Capstone_Defense_and_Alignment_Review.txt for extended Q&amp;A. Alternatives are proposed choices unless a measured comparison is explicitly cited.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REHEARSAL TARGET 6:10–7:15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Each refinement should address a specific failure and leave a record of what changed. I kept BM25 keyword retrieval and the existing agent so I could evaluate guards and caching against that baseline. This does not establish that BM25 beats vector or hybrid retrieval. Those alternatives need a separate comparison using the same corpus and questions. Second, checking retrieved source identifiers and quotations gives me rules I can inspect without another model judge. A judge might assess meaning more flexibly, but adds calls and its own errors. Strict quotation matching also has a cost: it rejected the useful B0 comparison. Third, an exact-question cache avoids uncertainty about whether two questions mean the same thing. A valid hit needs no model call, but paraphrases miss the cache. I kept prompts, JSON results, review notes, and call records so these decisions can be checked against what actually happened.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UNDERSTANDING CHECK: Explain why these choices fit the experiment without claiming they are best for every workload.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SOURCE: Capstone 7.1 production_20261006T184600_523291Z, repository snapshot 0a18408. </a:t>
            </a:r>
            <a:endParaRPr/>
          </a:p>
          <a:p xmlns:a="http://schemas.openxmlformats.org/drawingml/2006/main">
            <a:pPr marL="0" lvl="0" indent="0" algn="l">
              <a:lnSpc>
                <a:spcPct val="100000"/>
              </a:lnSpc>
              <a:spcBef>
                <a:spcPts val="0"/>
              </a:spcBef>
              <a:spcAft>
                <a:spcPts val="0"/>
              </a:spcAft>
              <a:buSzPts val="1400"/>
              <a:buNone/>
            </a:pPr>
            <a:r>
              <a:t>See Capstone_Defense_and_Alignment_Review.txt for extended Q&amp;A. Alternatives are proposed choices unless a measured comparison is explicitly cited.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REHEARSAL TARGET 7:15–8:10</a:t>
            </a:r>
          </a:p>
          <a:p xmlns:a="http://schemas.openxmlformats.org/drawingml/2006/main">
            <a:r>
              <a:t/>
            </a:r>
          </a:p>
          <a:p xmlns:a="http://schemas.openxmlformats.org/drawingml/2006/main">
            <a:r>
              <a:t>My first priority is reducing false rejections without allowing fabricated evidence. I would test source-span extraction and controlled normalization against altered numbers, negations, and citation attacks. Then I would add held-out questions and repeated runs, measuring answer support, completeness, false refusals, and total latency. The terminal showed a PDF form-content limit warning. That observation needs targeted inspection; the structured preparation record stores only page count and timing. Lab 8.2 reinforced that real document workflows require evaluation at each stage. Elena’s clinical-trial examples were practitioner observations, not tests of my system. Before a client pilot, I would need authorization, document freshness, and multiple-user tests. LoudWire’s cost-data application is a possible future use, not part of this implemented capstone. This is a research-paper prototype with documented limits.</a:t>
            </a:r>
          </a:p>
          <a:p xmlns:a="http://schemas.openxmlformats.org/drawingml/2006/main">
            <a:r>
              <a:t/>
            </a:r>
          </a:p>
          <a:p xmlns:a="http://schemas.openxmlformats.org/drawingml/2006/main">
            <a:r>
              <a:t>UNDERSTANDING CHECK: Name the next test and distinguish proposed client work from the implemented system.</a:t>
            </a:r>
          </a:p>
          <a:p xmlns:a="http://schemas.openxmlformats.org/drawingml/2006/main">
            <a:r>
              <a:t/>
            </a:r>
          </a:p>
          <a:p xmlns:a="http://schemas.openxmlformats.org/drawingml/2006/main">
            <a:r>
              <a:t>SOURCE: Capstone 7.1 production_20261006T184600_523291Z, repository snapshot 0a18408. Lab 8.2 user-provided transcript: facilitator discussion around 10:14–12:50 and Elena discussion around 13:24–15:51. Speaker observations are attributed, not independently validated.</a:t>
            </a:r>
          </a:p>
          <a:p xmlns:a="http://schemas.openxmlformats.org/drawingml/2006/main">
            <a:r>
              <a:t>See Capstone_Defense_and_Alignment_Review.txt for extended Q&amp;A. Alternatives are proposed choices unless a measured comparison is explicitly cited.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REHEARSAL TARGET 8:10–8:40</a:t>
            </a:r>
          </a:p>
          <a:p xmlns:a="http://schemas.openxmlformats.org/drawingml/2006/main">
            <a:r>
              <a:t/>
            </a:r>
          </a:p>
          <a:p xmlns:a="http://schemas.openxmlformats.org/drawingml/2006/main">
            <a:r>
              <a:t>My main lesson is to judge both the answer and the evidence behind it. A correct-looking answer with a fabricated citation is still a failure. This version resisted the recorded A3 attack and reused A0 without a model call. B0 showed the next problem to solve: preserving quotations accurately enough to return a useful comparison. I can explain where it failed and what I would test next. That is the standard I want to carry into LoudWire consulting. Thank you.</a:t>
            </a:r>
          </a:p>
          <a:p xmlns:a="http://schemas.openxmlformats.org/drawingml/2006/main">
            <a:r>
              <a:t/>
            </a:r>
          </a:p>
          <a:p xmlns:a="http://schemas.openxmlformats.org/drawingml/2006/main">
            <a:r>
              <a:t>UNDERSTANDING CHECK: Close with the lesson and the next decision.</a:t>
            </a:r>
          </a:p>
          <a:p xmlns:a="http://schemas.openxmlformats.org/drawingml/2006/main">
            <a:r>
              <a:t/>
            </a:r>
          </a:p>
          <a:p xmlns:a="http://schemas.openxmlformats.org/drawingml/2006/main">
            <a:r>
              <a:t>SOURCE: Capstone 7.1 production_20261006T184600_523291Z, repository snapshot 0a18408. </a:t>
            </a:r>
          </a:p>
          <a:p xmlns:a="http://schemas.openxmlformats.org/drawingml/2006/main">
            <a:r>
              <a:t>See Capstone_Defense_and_Alignment_Review.txt for extended Q&amp;A. Alternatives are proposed choices unless a measured comparison is explicitly cited.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7ef767a2a24799" /><Relationship Type="http://schemas.openxmlformats.org/officeDocument/2006/relationships/image" Target="/ppt/media/image.png" Id="Rf6ec7d624a964c36" /><Relationship Type="http://schemas.openxmlformats.org/officeDocument/2006/relationships/image" Target="/ppt/media/image2.png" Id="R0e19fc5318ea4b6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da3894624e74866" /><Relationship Type="http://schemas.openxmlformats.org/officeDocument/2006/relationships/image" Target="/ppt/media/image3.png" Id="R0f8586a623a048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c2309ab99454f0a" /><Relationship Type="http://schemas.openxmlformats.org/officeDocument/2006/relationships/image" Target="/ppt/media/image3.png" Id="R0928ca5edcba42d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74c1b71b367498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07d47f45c5b468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476cb8ef25f43d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38937e93b4a439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ce103314bd34a3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46329f31030497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a4babe2c2eb4f4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bef036dc2c748fa"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56f589c7760d4140"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9d168fad01324ac9"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366c0341e47d48b8" /></Relationships>
</file>

<file path=ppt/slideLayouts/slideLayout1.xml><?xml version="1.0" encoding="utf-8"?>
<p:sldLayout xmlns:p="http://schemas.openxmlformats.org/presentationml/2006/main" matchingName="1_Blank" type="blank">
  <p:cSld name="BLANK">
    <p:spTree>
      <p:nvGrpSpPr>
        <p:cNvPr id="1" name=""/>
        <p:cNvGrpSpPr/>
        <p:nvPr/>
      </p:nvGrpSpPr>
      <p:grpSpPr>
        <a:xfrm xmlns:a="http://schemas.openxmlformats.org/drawingml/2006/main"/>
      </p:grpSpPr>
      <p:pic>
        <p:nvPicPr>
          <p:cNvPr id="16" name="Google Shape;16;p5">
            <a:extLst xmlns:a="http://schemas.openxmlformats.org/drawingml/2006/main">
              <a:ext uri="{FF2B5EF4-FFF2-40B4-BE49-F238E27FC236}">
                <a16:creationId xmlns:a16="http://schemas.microsoft.com/office/drawing/2014/main" id="{6346EC2A-0CEE-4CD3-97F8-3F9AB46D39D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6ec7d624a964c36">
            <a:alphaModFix/>
          </a:blip>
          <a:srcRect xmlns:a="http://schemas.openxmlformats.org/drawingml/2006/main" l="0" t="0" r="0" b="0"/>
          <a:stretch xmlns:a="http://schemas.openxmlformats.org/drawingml/2006/main"/>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sp>
        <p:nvSpPr>
          <p:cNvPr id="17" name="Google Shape;17;p5">
            <a:extLst xmlns:a="http://schemas.openxmlformats.org/drawingml/2006/main">
              <a:ext uri="{FF2B5EF4-FFF2-40B4-BE49-F238E27FC236}">
                <a16:creationId xmlns:a16="http://schemas.microsoft.com/office/drawing/2014/main" id="{04DF48AC-7A9C-406B-9AC7-C5016E4FAB29}"/>
              </a:ext>
            </a:extLst>
          </p:cNvPr>
          <p:cNvSpPr>
            <a:spLocks xmlns:a="http://schemas.openxmlformats.org/drawingml/2006/main" noGrp="1"/>
          </p:cNvSpPr>
          <p:nvPr/>
        </p:nvSpPr>
        <p:spPr>
          <a:xfrm xmlns:a="http://schemas.openxmlformats.org/drawingml/2006/main">
            <a:off x="0" y="4419600"/>
            <a:ext cx="12192000" cy="2438400"/>
          </a:xfrm>
          <a:prstGeom xmlns:a="http://schemas.openxmlformats.org/drawingml/2006/main" prst="rect">
            <a:avLst/>
          </a:prstGeom>
          <a:solidFill xmlns:a="http://schemas.openxmlformats.org/drawingml/2006/main">
            <a:srgbClr val="303735"/>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pic>
        <p:nvPicPr>
          <p:cNvPr id="18" name="Google Shape;18;p5">
            <a:extLst xmlns:a="http://schemas.openxmlformats.org/drawingml/2006/main">
              <a:ext uri="{FF2B5EF4-FFF2-40B4-BE49-F238E27FC236}">
                <a16:creationId xmlns:a16="http://schemas.microsoft.com/office/drawing/2014/main" id="{74AF1293-C634-4FB1-AA86-566F33DB1D5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e19fc5318ea4b60">
            <a:alphaModFix/>
          </a:blip>
          <a:srcRect xmlns:a="http://schemas.openxmlformats.org/drawingml/2006/main" l="0" t="0" r="0" b="0"/>
          <a:stretch xmlns:a="http://schemas.openxmlformats.org/drawingml/2006/main"/>
        </p:blipFill>
        <p:spPr>
          <a:xfrm xmlns:a="http://schemas.openxmlformats.org/drawingml/2006/main">
            <a:off x="9830830" y="3686830"/>
            <a:ext cx="1905000" cy="522306"/>
          </a:xfrm>
          <a:prstGeom xmlns:a="http://schemas.openxmlformats.org/drawingml/2006/main" prst="rect">
            <a:avLst/>
          </a:prstGeom>
          <a:ln xmlns:a="http://schemas.openxmlformats.org/drawingml/2006/main">
            <a:noFill/>
          </a:ln>
        </p:spPr>
      </p:pic>
    </p:spTree>
  </p:cSld>
</p:sldLayout>
</file>

<file path=ppt/slideLayouts/slideLayout2.xml><?xml version="1.0" encoding="utf-8"?>
<p:sldLayout xmlns:p="http://schemas.openxmlformats.org/presentationml/2006/main" matchingName="5_Blank">
  <p:cSld name="5_Blank">
    <p:spTree>
      <p:nvGrpSpPr>
        <p:cNvPr id="1" name=""/>
        <p:cNvGrpSpPr/>
        <p:nvPr/>
      </p:nvGrpSpPr>
      <p:grpSpPr>
        <a:xfrm xmlns:a="http://schemas.openxmlformats.org/drawingml/2006/main"/>
      </p:grpSpPr>
      <p:pic>
        <p:nvPicPr>
          <p:cNvPr id="20" name="Google Shape;20;p6">
            <a:extLst xmlns:a="http://schemas.openxmlformats.org/drawingml/2006/main">
              <a:ext uri="{FF2B5EF4-FFF2-40B4-BE49-F238E27FC236}">
                <a16:creationId xmlns:a16="http://schemas.microsoft.com/office/drawing/2014/main" id="{D414BD82-2DF6-4C30-8FFF-C57D677AC10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f8586a623a04832">
            <a:alphaModFix/>
          </a:blip>
          <a:srcRect xmlns:a="http://schemas.openxmlformats.org/drawingml/2006/main" l="0" t="0" r="0" b="0"/>
          <a:stretch xmlns:a="http://schemas.openxmlformats.org/drawingml/2006/main"/>
        </p:blipFill>
        <p:spPr>
          <a:xfrm xmlns:a="http://schemas.openxmlformats.org/drawingml/2006/main">
            <a:off x="10797369" y="6362197"/>
            <a:ext cx="960461" cy="372478"/>
          </a:xfrm>
          <a:prstGeom xmlns:a="http://schemas.openxmlformats.org/drawingml/2006/main" prst="rect">
            <a:avLst/>
          </a:prstGeom>
          <a:ln xmlns:a="http://schemas.openxmlformats.org/drawingml/2006/main">
            <a:noFill/>
          </a:ln>
        </p:spPr>
      </p:pic>
      <p:sp>
        <p:nvSpPr>
          <p:cNvPr id="21" name="Google Shape;21;p6">
            <a:extLst xmlns:a="http://schemas.openxmlformats.org/drawingml/2006/main">
              <a:ext uri="{FF2B5EF4-FFF2-40B4-BE49-F238E27FC236}">
                <a16:creationId xmlns:a16="http://schemas.microsoft.com/office/drawing/2014/main" id="{0A7F897E-8209-444E-8559-A527470D55A8}"/>
              </a:ext>
            </a:extLst>
          </p:cNvPr>
          <p:cNvSpPr>
            <a:spLocks xmlns:a="http://schemas.openxmlformats.org/drawingml/2006/main" noGrp="1"/>
          </p:cNvSpPr>
          <p:nvPr/>
        </p:nvSpPr>
        <p:spPr>
          <a:xfrm xmlns:a="http://schemas.openxmlformats.org/drawingml/2006/main">
            <a:off x="0" y="0"/>
            <a:ext cx="12192000" cy="714375"/>
          </a:xfrm>
          <a:prstGeom xmlns:a="http://schemas.openxmlformats.org/drawingml/2006/main" prst="rect">
            <a:avLst/>
          </a:prstGeom>
          <a:solidFill xmlns:a="http://schemas.openxmlformats.org/drawingml/2006/main">
            <a:srgbClr val="303735"/>
          </a:solidFill>
          <a:ln xmlns:a="http://schemas.openxmlformats.org/drawingml/2006/main" w="0">
            <a:noFill/>
          </a:ln>
        </p:spPr>
        <p:txBody>
          <a:bodyPr xmlns:a="http://schemas.openxmlformats.org/drawingml/2006/main"/>
          <a:lstStyle xmlns:a="http://schemas.openxmlformats.org/drawingml/2006/main"/>
          <a:p xmlns:a="http://schemas.openxmlformats.org/drawingml/2006/main"/>
        </p:txBody>
      </p:sp>
    </p:spTree>
  </p:cSld>
</p:sldLayout>
</file>

<file path=ppt/slideLayouts/slideLayout3.xml><?xml version="1.0" encoding="utf-8"?>
<p:sldLayout xmlns:p="http://schemas.openxmlformats.org/presentationml/2006/main" matchingName="7_Blank">
  <p:cSld name="7_Blank">
    <p:spTree>
      <p:nvGrpSpPr>
        <p:cNvPr id="1" name=""/>
        <p:cNvGrpSpPr/>
        <p:nvPr/>
      </p:nvGrpSpPr>
      <p:grpSpPr>
        <a:xfrm xmlns:a="http://schemas.openxmlformats.org/drawingml/2006/main"/>
      </p:grpSpPr>
      <p:pic>
        <p:nvPicPr>
          <p:cNvPr id="23" name="Google Shape;23;p7">
            <a:extLst xmlns:a="http://schemas.openxmlformats.org/drawingml/2006/main">
              <a:ext uri="{FF2B5EF4-FFF2-40B4-BE49-F238E27FC236}">
                <a16:creationId xmlns:a16="http://schemas.microsoft.com/office/drawing/2014/main" id="{D58C4246-FC36-47F9-A77F-6F553B08C97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928ca5edcba42d3">
            <a:alphaModFix amt="5000"/>
          </a:blip>
          <a:srcRect xmlns:a="http://schemas.openxmlformats.org/drawingml/2006/main" l="0" t="0" r="0" b="0"/>
          <a:stretch xmlns:a="http://schemas.openxmlformats.org/drawingml/2006/main"/>
        </p:blipFill>
        <p:spPr>
          <a:xfrm xmlns:a="http://schemas.openxmlformats.org/drawingml/2006/main">
            <a:off x="3976469" y="2607021"/>
            <a:ext cx="4239062" cy="1643957"/>
          </a:xfrm>
          <a:prstGeom xmlns:a="http://schemas.openxmlformats.org/drawingml/2006/main" prst="rect">
            <a:avLst/>
          </a:prstGeom>
          <a:ln xmlns:a="http://schemas.openxmlformats.org/drawingml/2006/main">
            <a:noFill/>
          </a:ln>
        </p:spPr>
      </p:pic>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25" name="Google Shape;25;p8">
            <a:extLst xmlns:a="http://schemas.openxmlformats.org/drawingml/2006/main">
              <a:ext uri="{FF2B5EF4-FFF2-40B4-BE49-F238E27FC236}">
                <a16:creationId xmlns:a16="http://schemas.microsoft.com/office/drawing/2014/main" id="{24B580C4-038F-48B9-B236-3BE66F635B93}"/>
              </a:ext>
            </a:extLst>
          </p:cNvPr>
          <p:cNvSpPr>
            <a:spLocks xmlns:a="http://schemas.openxmlformats.org/drawingml/2006/main" noGrp="1"/>
          </p:cNvSpPr>
          <p:nvPr>
            <p:ph type="ctrTitle" idx="0"/>
          </p:nvPr>
        </p:nvSpPr>
        <p:spPr>
          <a:xfrm xmlns:a="http://schemas.openxmlformats.org/drawingml/2006/main">
            <a:off x="1524000" y="1122363"/>
            <a:ext cx="9144000" cy="238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90000"/>
              </a:lnSpc>
              <a:spcBef>
                <a:spcPts val="0"/>
              </a:spcBef>
              <a:spcAft>
                <a:spcPts val="0"/>
              </a:spcAft>
              <a:buClr>
                <a:schemeClr val="dk1"/>
              </a:buClr>
              <a:buSzPts val="6000"/>
              <a:buFont typeface="Calibri"/>
              <a:buNone/>
              <a:defRPr sz="60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8">
            <a:extLst xmlns:a="http://schemas.openxmlformats.org/drawingml/2006/main">
              <a:ext uri="{FF2B5EF4-FFF2-40B4-BE49-F238E27FC236}">
                <a16:creationId xmlns:a16="http://schemas.microsoft.com/office/drawing/2014/main" id="{D8518487-8C3C-4786-8055-55AF8A0B61B8}"/>
              </a:ext>
            </a:extLst>
          </p:cNvPr>
          <p:cNvSpPr>
            <a:spLocks xmlns:a="http://schemas.openxmlformats.org/drawingml/2006/main" noGrp="1"/>
          </p:cNvSpPr>
          <p:nvPr>
            <p:ph type="subTitle" idx="1"/>
          </p:nvPr>
        </p:nvSpPr>
        <p:spPr>
          <a:xfrm xmlns:a="http://schemas.openxmlformats.org/drawingml/2006/main">
            <a:off x="1524000" y="3602038"/>
            <a:ext cx="9144000" cy="1655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000"/>
              </a:spcBef>
              <a:spcAft>
                <a:spcPts val="0"/>
              </a:spcAft>
              <a:buClr>
                <a:schemeClr val="dk1"/>
              </a:buClr>
              <a:buSzPts val="2400"/>
              <a:buNone/>
              <a:defRPr sz="2400"/>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xmlns:a="http://schemas.openxmlformats.org/drawingml/2006/main">
            <a:endParaRPr/>
          </a:p>
        </p:txBody>
      </p:sp>
      <p:sp>
        <p:nvSpPr>
          <p:cNvPr id="27" name="Google Shape;27;p8">
            <a:extLst xmlns:a="http://schemas.openxmlformats.org/drawingml/2006/main">
              <a:ext uri="{FF2B5EF4-FFF2-40B4-BE49-F238E27FC236}">
                <a16:creationId xmlns:a16="http://schemas.microsoft.com/office/drawing/2014/main" id="{929B0B6E-2AED-4721-8F5A-050D6D923DA4}"/>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8" name="Google Shape;28;p8">
            <a:extLst xmlns:a="http://schemas.openxmlformats.org/drawingml/2006/main">
              <a:ext uri="{FF2B5EF4-FFF2-40B4-BE49-F238E27FC236}">
                <a16:creationId xmlns:a16="http://schemas.microsoft.com/office/drawing/2014/main" id="{F309C83D-9117-415B-A85F-CDC8E6F712C5}"/>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8">
            <a:extLst xmlns:a="http://schemas.openxmlformats.org/drawingml/2006/main">
              <a:ext uri="{FF2B5EF4-FFF2-40B4-BE49-F238E27FC236}">
                <a16:creationId xmlns:a16="http://schemas.microsoft.com/office/drawing/2014/main" id="{F548E8C7-E611-49AD-A80B-1B3071B68C5A}"/>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31" name="Google Shape;31;p9">
            <a:extLst xmlns:a="http://schemas.openxmlformats.org/drawingml/2006/main">
              <a:ext uri="{FF2B5EF4-FFF2-40B4-BE49-F238E27FC236}">
                <a16:creationId xmlns:a16="http://schemas.microsoft.com/office/drawing/2014/main" id="{C9F0523C-8244-4DE0-9FD3-C28CC0B9F472}"/>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2" name="Google Shape;32;p9">
            <a:extLst xmlns:a="http://schemas.openxmlformats.org/drawingml/2006/main">
              <a:ext uri="{FF2B5EF4-FFF2-40B4-BE49-F238E27FC236}">
                <a16:creationId xmlns:a16="http://schemas.microsoft.com/office/drawing/2014/main" id="{B5263527-73DF-47DA-81E4-3F9F959C893C}"/>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a:endParaRPr/>
          </a:p>
        </p:txBody>
      </p:sp>
      <p:sp>
        <p:nvSpPr>
          <p:cNvPr id="33" name="Google Shape;33;p9">
            <a:extLst xmlns:a="http://schemas.openxmlformats.org/drawingml/2006/main">
              <a:ext uri="{FF2B5EF4-FFF2-40B4-BE49-F238E27FC236}">
                <a16:creationId xmlns:a16="http://schemas.microsoft.com/office/drawing/2014/main" id="{2F94E0F2-7C63-4A1B-8082-64208A87A3F5}"/>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9">
            <a:extLst xmlns:a="http://schemas.openxmlformats.org/drawingml/2006/main">
              <a:ext uri="{FF2B5EF4-FFF2-40B4-BE49-F238E27FC236}">
                <a16:creationId xmlns:a16="http://schemas.microsoft.com/office/drawing/2014/main" id="{9DBA3396-1D0D-419A-8676-2211F1E210AA}"/>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5" name="Google Shape;35;p9">
            <a:extLst xmlns:a="http://schemas.openxmlformats.org/drawingml/2006/main">
              <a:ext uri="{FF2B5EF4-FFF2-40B4-BE49-F238E27FC236}">
                <a16:creationId xmlns:a16="http://schemas.microsoft.com/office/drawing/2014/main" id="{F1556E2B-1C84-4315-B2D7-7CEE23A8D432}"/>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sldLayout>
</file>

<file path=ppt/slideLayouts/slideLayout6.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37" name="Google Shape;37;p10">
            <a:extLst xmlns:a="http://schemas.openxmlformats.org/drawingml/2006/main">
              <a:ext uri="{FF2B5EF4-FFF2-40B4-BE49-F238E27FC236}">
                <a16:creationId xmlns:a16="http://schemas.microsoft.com/office/drawing/2014/main" id="{3AD49C15-22F8-43E3-B4ED-3031E21C0F71}"/>
              </a:ext>
            </a:extLst>
          </p:cNvPr>
          <p:cNvSpPr>
            <a:spLocks xmlns:a="http://schemas.openxmlformats.org/drawingml/2006/main" noGrp="1"/>
          </p:cNvSpPr>
          <p:nvPr>
            <p:ph type="title" idx="0"/>
          </p:nvPr>
        </p:nvSpPr>
        <p:spPr>
          <a:xfrm xmlns:a="http://schemas.openxmlformats.org/drawingml/2006/main">
            <a:off x="831850" y="1709738"/>
            <a:ext cx="10515600" cy="28527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90000"/>
              </a:lnSpc>
              <a:spcBef>
                <a:spcPts val="0"/>
              </a:spcBef>
              <a:spcAft>
                <a:spcPts val="0"/>
              </a:spcAft>
              <a:buClr>
                <a:schemeClr val="dk1"/>
              </a:buClr>
              <a:buSzPts val="6000"/>
              <a:buFont typeface="Calibri"/>
              <a:buNone/>
              <a:defRPr sz="60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8" name="Google Shape;38;p10">
            <a:extLst xmlns:a="http://schemas.openxmlformats.org/drawingml/2006/main">
              <a:ext uri="{FF2B5EF4-FFF2-40B4-BE49-F238E27FC236}">
                <a16:creationId xmlns:a16="http://schemas.microsoft.com/office/drawing/2014/main" id="{9FCE8D89-2F29-4F06-8976-DEDB0C10A325}"/>
              </a:ext>
            </a:extLst>
          </p:cNvPr>
          <p:cNvSpPr>
            <a:spLocks xmlns:a="http://schemas.openxmlformats.org/drawingml/2006/main" noGrp="1"/>
          </p:cNvSpPr>
          <p:nvPr>
            <p:ph type="body" idx="1"/>
          </p:nvPr>
        </p:nvSpPr>
        <p:spPr>
          <a:xfrm xmlns:a="http://schemas.openxmlformats.org/drawingml/2006/main">
            <a:off x="831850" y="4589463"/>
            <a:ext cx="105156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rgbClr val="888888"/>
              </a:buClr>
              <a:buSzPts val="2400"/>
              <a:buNone/>
              <a:defRPr sz="2400">
                <a:solidFill>
                  <a:srgbClr val="888888"/>
                </a:solidFill>
              </a:defRPr>
            </a:lvl1pPr>
            <a:lvl2pPr marL="914400" indent="-228600" algn="l">
              <a:lnSpc>
                <a:spcPct val="90000"/>
              </a:lnSpc>
              <a:spcBef>
                <a:spcPts val="500"/>
              </a:spcBef>
              <a:spcAft>
                <a:spcPts val="0"/>
              </a:spcAft>
              <a:buClr>
                <a:srgbClr val="888888"/>
              </a:buClr>
              <a:buSzPts val="2000"/>
              <a:buNone/>
              <a:defRPr sz="2000">
                <a:solidFill>
                  <a:srgbClr val="888888"/>
                </a:solidFill>
              </a:defRPr>
            </a:lvl2pPr>
            <a:lvl3pPr marL="1371600" indent="-228600" algn="l">
              <a:lnSpc>
                <a:spcPct val="90000"/>
              </a:lnSpc>
              <a:spcBef>
                <a:spcPts val="500"/>
              </a:spcBef>
              <a:spcAft>
                <a:spcPts val="0"/>
              </a:spcAft>
              <a:buClr>
                <a:srgbClr val="888888"/>
              </a:buClr>
              <a:buSzPts val="1800"/>
              <a:buNone/>
              <a:defRPr sz="1800">
                <a:solidFill>
                  <a:srgbClr val="888888"/>
                </a:solidFill>
              </a:defRPr>
            </a:lvl3pPr>
            <a:lvl4pPr marL="1828800" indent="-228600" algn="l">
              <a:lnSpc>
                <a:spcPct val="90000"/>
              </a:lnSpc>
              <a:spcBef>
                <a:spcPts val="500"/>
              </a:spcBef>
              <a:spcAft>
                <a:spcPts val="0"/>
              </a:spcAft>
              <a:buClr>
                <a:srgbClr val="888888"/>
              </a:buClr>
              <a:buSzPts val="1600"/>
              <a:buNone/>
              <a:defRPr sz="1600">
                <a:solidFill>
                  <a:srgbClr val="888888"/>
                </a:solidFill>
              </a:defRPr>
            </a:lvl4pPr>
            <a:lvl5pPr marL="2286000" indent="-228600" algn="l">
              <a:lnSpc>
                <a:spcPct val="90000"/>
              </a:lnSpc>
              <a:spcBef>
                <a:spcPts val="500"/>
              </a:spcBef>
              <a:spcAft>
                <a:spcPts val="0"/>
              </a:spcAft>
              <a:buClr>
                <a:srgbClr val="888888"/>
              </a:buClr>
              <a:buSzPts val="1600"/>
              <a:buNone/>
              <a:defRPr sz="1600">
                <a:solidFill>
                  <a:srgbClr val="888888"/>
                </a:solidFill>
              </a:defRPr>
            </a:lvl5pPr>
            <a:lvl6pPr marL="2743200" indent="-228600" algn="l">
              <a:lnSpc>
                <a:spcPct val="90000"/>
              </a:lnSpc>
              <a:spcBef>
                <a:spcPts val="500"/>
              </a:spcBef>
              <a:spcAft>
                <a:spcPts val="0"/>
              </a:spcAft>
              <a:buClr>
                <a:srgbClr val="888888"/>
              </a:buClr>
              <a:buSzPts val="1600"/>
              <a:buNone/>
              <a:defRPr sz="1600">
                <a:solidFill>
                  <a:srgbClr val="888888"/>
                </a:solidFill>
              </a:defRPr>
            </a:lvl6pPr>
            <a:lvl7pPr marL="3200400" indent="-228600" algn="l">
              <a:lnSpc>
                <a:spcPct val="90000"/>
              </a:lnSpc>
              <a:spcBef>
                <a:spcPts val="500"/>
              </a:spcBef>
              <a:spcAft>
                <a:spcPts val="0"/>
              </a:spcAft>
              <a:buClr>
                <a:srgbClr val="888888"/>
              </a:buClr>
              <a:buSzPts val="1600"/>
              <a:buNone/>
              <a:defRPr sz="1600">
                <a:solidFill>
                  <a:srgbClr val="888888"/>
                </a:solidFill>
              </a:defRPr>
            </a:lvl7pPr>
            <a:lvl8pPr marL="3657600" indent="-228600" algn="l">
              <a:lnSpc>
                <a:spcPct val="90000"/>
              </a:lnSpc>
              <a:spcBef>
                <a:spcPts val="500"/>
              </a:spcBef>
              <a:spcAft>
                <a:spcPts val="0"/>
              </a:spcAft>
              <a:buClr>
                <a:srgbClr val="888888"/>
              </a:buClr>
              <a:buSzPts val="1600"/>
              <a:buNone/>
              <a:defRPr sz="1600">
                <a:solidFill>
                  <a:srgbClr val="888888"/>
                </a:solidFill>
              </a:defRPr>
            </a:lvl8pPr>
            <a:lvl9pPr marL="4114800" indent="-228600" algn="l">
              <a:lnSpc>
                <a:spcPct val="90000"/>
              </a:lnSpc>
              <a:spcBef>
                <a:spcPts val="500"/>
              </a:spcBef>
              <a:spcAft>
                <a:spcPts val="0"/>
              </a:spcAft>
              <a:buClr>
                <a:srgbClr val="888888"/>
              </a:buClr>
              <a:buSzPts val="1600"/>
              <a:buNone/>
              <a:defRPr sz="1600">
                <a:solidFill>
                  <a:srgbClr val="888888"/>
                </a:solidFill>
              </a:defRPr>
            </a:lvl9pPr>
          </a:lstStyle>
          <a:p xmlns:a="http://schemas.openxmlformats.org/drawingml/2006/main">
            <a:endParaRPr/>
          </a:p>
        </p:txBody>
      </p:sp>
      <p:sp>
        <p:nvSpPr>
          <p:cNvPr id="39" name="Google Shape;39;p10">
            <a:extLst xmlns:a="http://schemas.openxmlformats.org/drawingml/2006/main">
              <a:ext uri="{FF2B5EF4-FFF2-40B4-BE49-F238E27FC236}">
                <a16:creationId xmlns:a16="http://schemas.microsoft.com/office/drawing/2014/main" id="{D7F9725F-F7D2-47F9-8927-1CDF9AE99B1D}"/>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0" name="Google Shape;40;p10">
            <a:extLst xmlns:a="http://schemas.openxmlformats.org/drawingml/2006/main">
              <a:ext uri="{FF2B5EF4-FFF2-40B4-BE49-F238E27FC236}">
                <a16:creationId xmlns:a16="http://schemas.microsoft.com/office/drawing/2014/main" id="{8C225D3E-3C3A-4893-A0EA-ACEBB4DC4DC4}"/>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10">
            <a:extLst xmlns:a="http://schemas.openxmlformats.org/drawingml/2006/main">
              <a:ext uri="{FF2B5EF4-FFF2-40B4-BE49-F238E27FC236}">
                <a16:creationId xmlns:a16="http://schemas.microsoft.com/office/drawing/2014/main" id="{DCB9EA0E-D04C-43E7-B306-D997C4C20B22}"/>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3" name="Google Shape;43;p11">
            <a:extLst xmlns:a="http://schemas.openxmlformats.org/drawingml/2006/main">
              <a:ext uri="{FF2B5EF4-FFF2-40B4-BE49-F238E27FC236}">
                <a16:creationId xmlns:a16="http://schemas.microsoft.com/office/drawing/2014/main" id="{7D96F354-8B93-4D7F-ACC7-4406DEFA30A8}"/>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11">
            <a:extLst xmlns:a="http://schemas.openxmlformats.org/drawingml/2006/main">
              <a:ext uri="{FF2B5EF4-FFF2-40B4-BE49-F238E27FC236}">
                <a16:creationId xmlns:a16="http://schemas.microsoft.com/office/drawing/2014/main" id="{131AB157-AA8D-44AE-A9C2-FB600443D8DC}"/>
              </a:ext>
            </a:extLst>
          </p:cNvPr>
          <p:cNvSpPr>
            <a:spLocks xmlns:a="http://schemas.openxmlformats.org/drawingml/2006/main" noGrp="1"/>
          </p:cNvSpPr>
          <p:nvPr>
            <p:ph type="body" idx="1"/>
          </p:nvPr>
        </p:nvSpPr>
        <p:spPr>
          <a:xfrm xmlns:a="http://schemas.openxmlformats.org/drawingml/2006/main">
            <a:off x="838200" y="1825625"/>
            <a:ext cx="5181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a:endParaRPr/>
          </a:p>
        </p:txBody>
      </p:sp>
      <p:sp>
        <p:nvSpPr>
          <p:cNvPr id="45" name="Google Shape;45;p11">
            <a:extLst xmlns:a="http://schemas.openxmlformats.org/drawingml/2006/main">
              <a:ext uri="{FF2B5EF4-FFF2-40B4-BE49-F238E27FC236}">
                <a16:creationId xmlns:a16="http://schemas.microsoft.com/office/drawing/2014/main" id="{9794CC0C-BBB1-4DDE-9A7D-83FD8DEA48B7}"/>
              </a:ext>
            </a:extLst>
          </p:cNvPr>
          <p:cNvSpPr>
            <a:spLocks xmlns:a="http://schemas.openxmlformats.org/drawingml/2006/main" noGrp="1"/>
          </p:cNvSpPr>
          <p:nvPr>
            <p:ph type="body" idx="2"/>
          </p:nvPr>
        </p:nvSpPr>
        <p:spPr>
          <a:xfrm xmlns:a="http://schemas.openxmlformats.org/drawingml/2006/main">
            <a:off x="6172200" y="1825625"/>
            <a:ext cx="5181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a:endParaRPr/>
          </a:p>
        </p:txBody>
      </p:sp>
      <p:sp>
        <p:nvSpPr>
          <p:cNvPr id="46" name="Google Shape;46;p11">
            <a:extLst xmlns:a="http://schemas.openxmlformats.org/drawingml/2006/main">
              <a:ext uri="{FF2B5EF4-FFF2-40B4-BE49-F238E27FC236}">
                <a16:creationId xmlns:a16="http://schemas.microsoft.com/office/drawing/2014/main" id="{0CBF9D8E-52A2-4C7B-AFF3-E679E385B9BB}"/>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7" name="Google Shape;47;p11">
            <a:extLst xmlns:a="http://schemas.openxmlformats.org/drawingml/2006/main">
              <a:ext uri="{FF2B5EF4-FFF2-40B4-BE49-F238E27FC236}">
                <a16:creationId xmlns:a16="http://schemas.microsoft.com/office/drawing/2014/main" id="{5E1B869D-2E7B-4523-B2EA-F9C05482CAD8}"/>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11">
            <a:extLst xmlns:a="http://schemas.openxmlformats.org/drawingml/2006/main">
              <a:ext uri="{FF2B5EF4-FFF2-40B4-BE49-F238E27FC236}">
                <a16:creationId xmlns:a16="http://schemas.microsoft.com/office/drawing/2014/main" id="{2B697E00-F745-4BE7-A9C0-4FB1022B07B6}"/>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sldLayout>
</file>

<file path=ppt/slideLayouts/slideLayout8.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0" name="Google Shape;50;p12">
            <a:extLst xmlns:a="http://schemas.openxmlformats.org/drawingml/2006/main">
              <a:ext uri="{FF2B5EF4-FFF2-40B4-BE49-F238E27FC236}">
                <a16:creationId xmlns:a16="http://schemas.microsoft.com/office/drawing/2014/main" id="{9532502B-8D89-4914-B24D-02989A5DAAF5}"/>
              </a:ext>
            </a:extLst>
          </p:cNvPr>
          <p:cNvSpPr>
            <a:spLocks xmlns:a="http://schemas.openxmlformats.org/drawingml/2006/main" noGrp="1"/>
          </p:cNvSpPr>
          <p:nvPr>
            <p:ph type="title" idx="0"/>
          </p:nvPr>
        </p:nvSpPr>
        <p:spPr>
          <a:xfrm xmlns:a="http://schemas.openxmlformats.org/drawingml/2006/main">
            <a:off x="839788"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12">
            <a:extLst xmlns:a="http://schemas.openxmlformats.org/drawingml/2006/main">
              <a:ext uri="{FF2B5EF4-FFF2-40B4-BE49-F238E27FC236}">
                <a16:creationId xmlns:a16="http://schemas.microsoft.com/office/drawing/2014/main" id="{404AE6AD-3E14-4360-9FFD-2A484F2AAC35}"/>
              </a:ext>
            </a:extLst>
          </p:cNvPr>
          <p:cNvSpPr>
            <a:spLocks xmlns:a="http://schemas.openxmlformats.org/drawingml/2006/main" noGrp="1"/>
          </p:cNvSpPr>
          <p:nvPr>
            <p:ph type="body" idx="1"/>
          </p:nvPr>
        </p:nvSpPr>
        <p:spPr>
          <a:xfrm xmlns:a="http://schemas.openxmlformats.org/drawingml/2006/main">
            <a:off x="839788" y="1681163"/>
            <a:ext cx="5157787" cy="823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90000"/>
              </a:lnSpc>
              <a:spcBef>
                <a:spcPts val="1000"/>
              </a:spcBef>
              <a:spcAft>
                <a:spcPts val="0"/>
              </a:spcAft>
              <a:buClr>
                <a:schemeClr val="dk1"/>
              </a:buClr>
              <a:buSzPts val="2400"/>
              <a:buNone/>
              <a:defRPr sz="2400" b="1"/>
            </a:lvl1pPr>
            <a:lvl2pPr marL="914400" indent="-228600" algn="l">
              <a:lnSpc>
                <a:spcPct val="90000"/>
              </a:lnSpc>
              <a:spcBef>
                <a:spcPts val="500"/>
              </a:spcBef>
              <a:spcAft>
                <a:spcPts val="0"/>
              </a:spcAft>
              <a:buClr>
                <a:schemeClr val="dk1"/>
              </a:buClr>
              <a:buSzPts val="2000"/>
              <a:buNone/>
              <a:defRPr sz="2000" b="1"/>
            </a:lvl2pPr>
            <a:lvl3pPr marL="1371600" indent="-228600" algn="l">
              <a:lnSpc>
                <a:spcPct val="90000"/>
              </a:lnSpc>
              <a:spcBef>
                <a:spcPts val="500"/>
              </a:spcBef>
              <a:spcAft>
                <a:spcPts val="0"/>
              </a:spcAft>
              <a:buClr>
                <a:schemeClr val="dk1"/>
              </a:buClr>
              <a:buSzPts val="1800"/>
              <a:buNone/>
              <a:defRPr sz="1800" b="1"/>
            </a:lvl3pPr>
            <a:lvl4pPr marL="1828800" indent="-228600" algn="l">
              <a:lnSpc>
                <a:spcPct val="90000"/>
              </a:lnSpc>
              <a:spcBef>
                <a:spcPts val="500"/>
              </a:spcBef>
              <a:spcAft>
                <a:spcPts val="0"/>
              </a:spcAft>
              <a:buClr>
                <a:schemeClr val="dk1"/>
              </a:buClr>
              <a:buSzPts val="1600"/>
              <a:buNone/>
              <a:defRPr sz="1600" b="1"/>
            </a:lvl4pPr>
            <a:lvl5pPr marL="2286000" indent="-228600" algn="l">
              <a:lnSpc>
                <a:spcPct val="90000"/>
              </a:lnSpc>
              <a:spcBef>
                <a:spcPts val="500"/>
              </a:spcBef>
              <a:spcAft>
                <a:spcPts val="0"/>
              </a:spcAft>
              <a:buClr>
                <a:schemeClr val="dk1"/>
              </a:buClr>
              <a:buSzPts val="1600"/>
              <a:buNone/>
              <a:defRPr sz="1600" b="1"/>
            </a:lvl5pPr>
            <a:lvl6pPr marL="2743200" indent="-228600" algn="l">
              <a:lnSpc>
                <a:spcPct val="90000"/>
              </a:lnSpc>
              <a:spcBef>
                <a:spcPts val="500"/>
              </a:spcBef>
              <a:spcAft>
                <a:spcPts val="0"/>
              </a:spcAft>
              <a:buClr>
                <a:schemeClr val="dk1"/>
              </a:buClr>
              <a:buSzPts val="1600"/>
              <a:buNone/>
              <a:defRPr sz="1600" b="1"/>
            </a:lvl6pPr>
            <a:lvl7pPr marL="3200400" indent="-228600" algn="l">
              <a:lnSpc>
                <a:spcPct val="90000"/>
              </a:lnSpc>
              <a:spcBef>
                <a:spcPts val="500"/>
              </a:spcBef>
              <a:spcAft>
                <a:spcPts val="0"/>
              </a:spcAft>
              <a:buClr>
                <a:schemeClr val="dk1"/>
              </a:buClr>
              <a:buSzPts val="1600"/>
              <a:buNone/>
              <a:defRPr sz="1600" b="1"/>
            </a:lvl7pPr>
            <a:lvl8pPr marL="3657600" indent="-228600" algn="l">
              <a:lnSpc>
                <a:spcPct val="90000"/>
              </a:lnSpc>
              <a:spcBef>
                <a:spcPts val="500"/>
              </a:spcBef>
              <a:spcAft>
                <a:spcPts val="0"/>
              </a:spcAft>
              <a:buClr>
                <a:schemeClr val="dk1"/>
              </a:buClr>
              <a:buSzPts val="1600"/>
              <a:buNone/>
              <a:defRPr sz="1600" b="1"/>
            </a:lvl8pPr>
            <a:lvl9pPr marL="4114800" indent="-228600" algn="l">
              <a:lnSpc>
                <a:spcPct val="90000"/>
              </a:lnSpc>
              <a:spcBef>
                <a:spcPts val="500"/>
              </a:spcBef>
              <a:spcAft>
                <a:spcPts val="0"/>
              </a:spcAft>
              <a:buClr>
                <a:schemeClr val="dk1"/>
              </a:buClr>
              <a:buSzPts val="1600"/>
              <a:buNone/>
              <a:defRPr sz="1600" b="1"/>
            </a:lvl9pPr>
          </a:lstStyle>
          <a:p xmlns:a="http://schemas.openxmlformats.org/drawingml/2006/main">
            <a:endParaRPr/>
          </a:p>
        </p:txBody>
      </p:sp>
      <p:sp>
        <p:nvSpPr>
          <p:cNvPr id="52" name="Google Shape;52;p12">
            <a:extLst xmlns:a="http://schemas.openxmlformats.org/drawingml/2006/main">
              <a:ext uri="{FF2B5EF4-FFF2-40B4-BE49-F238E27FC236}">
                <a16:creationId xmlns:a16="http://schemas.microsoft.com/office/drawing/2014/main" id="{98FAE621-34BD-491B-AE81-52369DFC7CD2}"/>
              </a:ext>
            </a:extLst>
          </p:cNvPr>
          <p:cNvSpPr>
            <a:spLocks xmlns:a="http://schemas.openxmlformats.org/drawingml/2006/main" noGrp="1"/>
          </p:cNvSpPr>
          <p:nvPr>
            <p:ph type="body" idx="2"/>
          </p:nvPr>
        </p:nvSpPr>
        <p:spPr>
          <a:xfrm xmlns:a="http://schemas.openxmlformats.org/drawingml/2006/main">
            <a:off x="839788" y="2505075"/>
            <a:ext cx="5157787" cy="36845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a:endParaRPr/>
          </a:p>
        </p:txBody>
      </p:sp>
      <p:sp>
        <p:nvSpPr>
          <p:cNvPr id="53" name="Google Shape;53;p12">
            <a:extLst xmlns:a="http://schemas.openxmlformats.org/drawingml/2006/main">
              <a:ext uri="{FF2B5EF4-FFF2-40B4-BE49-F238E27FC236}">
                <a16:creationId xmlns:a16="http://schemas.microsoft.com/office/drawing/2014/main" id="{180BAB85-86F3-4AE7-8AC5-F57B4E126984}"/>
              </a:ext>
            </a:extLst>
          </p:cNvPr>
          <p:cNvSpPr>
            <a:spLocks xmlns:a="http://schemas.openxmlformats.org/drawingml/2006/main" noGrp="1"/>
          </p:cNvSpPr>
          <p:nvPr>
            <p:ph type="body" idx="3"/>
          </p:nvPr>
        </p:nvSpPr>
        <p:spPr>
          <a:xfrm xmlns:a="http://schemas.openxmlformats.org/drawingml/2006/main">
            <a:off x="6172200" y="1681163"/>
            <a:ext cx="5183188" cy="823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90000"/>
              </a:lnSpc>
              <a:spcBef>
                <a:spcPts val="1000"/>
              </a:spcBef>
              <a:spcAft>
                <a:spcPts val="0"/>
              </a:spcAft>
              <a:buClr>
                <a:schemeClr val="dk1"/>
              </a:buClr>
              <a:buSzPts val="2400"/>
              <a:buNone/>
              <a:defRPr sz="2400" b="1"/>
            </a:lvl1pPr>
            <a:lvl2pPr marL="914400" indent="-228600" algn="l">
              <a:lnSpc>
                <a:spcPct val="90000"/>
              </a:lnSpc>
              <a:spcBef>
                <a:spcPts val="500"/>
              </a:spcBef>
              <a:spcAft>
                <a:spcPts val="0"/>
              </a:spcAft>
              <a:buClr>
                <a:schemeClr val="dk1"/>
              </a:buClr>
              <a:buSzPts val="2000"/>
              <a:buNone/>
              <a:defRPr sz="2000" b="1"/>
            </a:lvl2pPr>
            <a:lvl3pPr marL="1371600" indent="-228600" algn="l">
              <a:lnSpc>
                <a:spcPct val="90000"/>
              </a:lnSpc>
              <a:spcBef>
                <a:spcPts val="500"/>
              </a:spcBef>
              <a:spcAft>
                <a:spcPts val="0"/>
              </a:spcAft>
              <a:buClr>
                <a:schemeClr val="dk1"/>
              </a:buClr>
              <a:buSzPts val="1800"/>
              <a:buNone/>
              <a:defRPr sz="1800" b="1"/>
            </a:lvl3pPr>
            <a:lvl4pPr marL="1828800" indent="-228600" algn="l">
              <a:lnSpc>
                <a:spcPct val="90000"/>
              </a:lnSpc>
              <a:spcBef>
                <a:spcPts val="500"/>
              </a:spcBef>
              <a:spcAft>
                <a:spcPts val="0"/>
              </a:spcAft>
              <a:buClr>
                <a:schemeClr val="dk1"/>
              </a:buClr>
              <a:buSzPts val="1600"/>
              <a:buNone/>
              <a:defRPr sz="1600" b="1"/>
            </a:lvl4pPr>
            <a:lvl5pPr marL="2286000" indent="-228600" algn="l">
              <a:lnSpc>
                <a:spcPct val="90000"/>
              </a:lnSpc>
              <a:spcBef>
                <a:spcPts val="500"/>
              </a:spcBef>
              <a:spcAft>
                <a:spcPts val="0"/>
              </a:spcAft>
              <a:buClr>
                <a:schemeClr val="dk1"/>
              </a:buClr>
              <a:buSzPts val="1600"/>
              <a:buNone/>
              <a:defRPr sz="1600" b="1"/>
            </a:lvl5pPr>
            <a:lvl6pPr marL="2743200" indent="-228600" algn="l">
              <a:lnSpc>
                <a:spcPct val="90000"/>
              </a:lnSpc>
              <a:spcBef>
                <a:spcPts val="500"/>
              </a:spcBef>
              <a:spcAft>
                <a:spcPts val="0"/>
              </a:spcAft>
              <a:buClr>
                <a:schemeClr val="dk1"/>
              </a:buClr>
              <a:buSzPts val="1600"/>
              <a:buNone/>
              <a:defRPr sz="1600" b="1"/>
            </a:lvl6pPr>
            <a:lvl7pPr marL="3200400" indent="-228600" algn="l">
              <a:lnSpc>
                <a:spcPct val="90000"/>
              </a:lnSpc>
              <a:spcBef>
                <a:spcPts val="500"/>
              </a:spcBef>
              <a:spcAft>
                <a:spcPts val="0"/>
              </a:spcAft>
              <a:buClr>
                <a:schemeClr val="dk1"/>
              </a:buClr>
              <a:buSzPts val="1600"/>
              <a:buNone/>
              <a:defRPr sz="1600" b="1"/>
            </a:lvl7pPr>
            <a:lvl8pPr marL="3657600" indent="-228600" algn="l">
              <a:lnSpc>
                <a:spcPct val="90000"/>
              </a:lnSpc>
              <a:spcBef>
                <a:spcPts val="500"/>
              </a:spcBef>
              <a:spcAft>
                <a:spcPts val="0"/>
              </a:spcAft>
              <a:buClr>
                <a:schemeClr val="dk1"/>
              </a:buClr>
              <a:buSzPts val="1600"/>
              <a:buNone/>
              <a:defRPr sz="1600" b="1"/>
            </a:lvl8pPr>
            <a:lvl9pPr marL="4114800" indent="-228600" algn="l">
              <a:lnSpc>
                <a:spcPct val="90000"/>
              </a:lnSpc>
              <a:spcBef>
                <a:spcPts val="500"/>
              </a:spcBef>
              <a:spcAft>
                <a:spcPts val="0"/>
              </a:spcAft>
              <a:buClr>
                <a:schemeClr val="dk1"/>
              </a:buClr>
              <a:buSzPts val="1600"/>
              <a:buNone/>
              <a:defRPr sz="1600" b="1"/>
            </a:lvl9pPr>
          </a:lstStyle>
          <a:p xmlns:a="http://schemas.openxmlformats.org/drawingml/2006/main">
            <a:endParaRPr/>
          </a:p>
        </p:txBody>
      </p:sp>
      <p:sp>
        <p:nvSpPr>
          <p:cNvPr id="54" name="Google Shape;54;p12">
            <a:extLst xmlns:a="http://schemas.openxmlformats.org/drawingml/2006/main">
              <a:ext uri="{FF2B5EF4-FFF2-40B4-BE49-F238E27FC236}">
                <a16:creationId xmlns:a16="http://schemas.microsoft.com/office/drawing/2014/main" id="{1B0868C6-DF6A-4DD6-B8A8-BF78A6560B8D}"/>
              </a:ext>
            </a:extLst>
          </p:cNvPr>
          <p:cNvSpPr>
            <a:spLocks xmlns:a="http://schemas.openxmlformats.org/drawingml/2006/main" noGrp="1"/>
          </p:cNvSpPr>
          <p:nvPr>
            <p:ph type="body" idx="4"/>
          </p:nvPr>
        </p:nvSpPr>
        <p:spPr>
          <a:xfrm xmlns:a="http://schemas.openxmlformats.org/drawingml/2006/main">
            <a:off x="6172200" y="2505075"/>
            <a:ext cx="5183188" cy="36845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a:endParaRPr/>
          </a:p>
        </p:txBody>
      </p:sp>
      <p:sp>
        <p:nvSpPr>
          <p:cNvPr id="55" name="Google Shape;55;p12">
            <a:extLst xmlns:a="http://schemas.openxmlformats.org/drawingml/2006/main">
              <a:ext uri="{FF2B5EF4-FFF2-40B4-BE49-F238E27FC236}">
                <a16:creationId xmlns:a16="http://schemas.microsoft.com/office/drawing/2014/main" id="{54AFE90A-EFF2-4DA1-BBC4-A6CAD56BC57D}"/>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6" name="Google Shape;56;p12">
            <a:extLst xmlns:a="http://schemas.openxmlformats.org/drawingml/2006/main">
              <a:ext uri="{FF2B5EF4-FFF2-40B4-BE49-F238E27FC236}">
                <a16:creationId xmlns:a16="http://schemas.microsoft.com/office/drawing/2014/main" id="{35BAAA69-606D-4372-AB34-139DE43F9164}"/>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7" name="Google Shape;57;p12">
            <a:extLst xmlns:a="http://schemas.openxmlformats.org/drawingml/2006/main">
              <a:ext uri="{FF2B5EF4-FFF2-40B4-BE49-F238E27FC236}">
                <a16:creationId xmlns:a16="http://schemas.microsoft.com/office/drawing/2014/main" id="{51E2128A-3FA8-4B00-AF49-1E5C2932A42F}"/>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sldLayout>
</file>

<file path=ppt/slideLayouts/slideLayout9.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9" name="Google Shape;59;p13">
            <a:extLst xmlns:a="http://schemas.openxmlformats.org/drawingml/2006/main">
              <a:ext uri="{FF2B5EF4-FFF2-40B4-BE49-F238E27FC236}">
                <a16:creationId xmlns:a16="http://schemas.microsoft.com/office/drawing/2014/main" id="{414BD0E3-362C-47FF-B45A-01A4D450D600}"/>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13">
            <a:extLst xmlns:a="http://schemas.openxmlformats.org/drawingml/2006/main">
              <a:ext uri="{FF2B5EF4-FFF2-40B4-BE49-F238E27FC236}">
                <a16:creationId xmlns:a16="http://schemas.microsoft.com/office/drawing/2014/main" id="{09C97D7F-6A13-4D19-BDBA-9CE6DB45966C}"/>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13">
            <a:extLst xmlns:a="http://schemas.openxmlformats.org/drawingml/2006/main">
              <a:ext uri="{FF2B5EF4-FFF2-40B4-BE49-F238E27FC236}">
                <a16:creationId xmlns:a16="http://schemas.microsoft.com/office/drawing/2014/main" id="{4618B5CB-AC5C-44F4-8250-1C80531E253A}"/>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2" name="Google Shape;62;p13">
            <a:extLst xmlns:a="http://schemas.openxmlformats.org/drawingml/2006/main">
              <a:ext uri="{FF2B5EF4-FFF2-40B4-BE49-F238E27FC236}">
                <a16:creationId xmlns:a16="http://schemas.microsoft.com/office/drawing/2014/main" id="{1CF05342-410C-4B33-9393-7552DD78A9D2}"/>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sldLayout>
</file>

<file path=ppt/slideLayouts/slideLayout10.xml><?xml version="1.0" encoding="utf-8"?>
<p:sldLayout xmlns:p="http://schemas.openxmlformats.org/presentationml/2006/main" matchingName="Blank">
  <p:cSld name="Blank">
    <p:spTree>
      <p:nvGrpSpPr>
        <p:cNvPr id="1" name=""/>
        <p:cNvGrpSpPr/>
        <p:nvPr/>
      </p:nvGrpSpPr>
      <p:grpSpPr>
        <a:xfrm xmlns:a="http://schemas.openxmlformats.org/drawingml/2006/main"/>
      </p:grpSpPr>
    </p:spTree>
  </p:cSld>
</p:sldLayout>
</file>

<file path=ppt/slideLayouts/slideLayout11.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5" name="Google Shape;65;p15">
            <a:extLst xmlns:a="http://schemas.openxmlformats.org/drawingml/2006/main">
              <a:ext uri="{FF2B5EF4-FFF2-40B4-BE49-F238E27FC236}">
                <a16:creationId xmlns:a16="http://schemas.microsoft.com/office/drawing/2014/main" id="{D97289CD-5F79-4E1C-B0A1-7CB2FC2D949D}"/>
              </a:ext>
            </a:extLst>
          </p:cNvPr>
          <p:cNvSpPr>
            <a:spLocks xmlns:a="http://schemas.openxmlformats.org/drawingml/2006/main" noGrp="1"/>
          </p:cNvSpPr>
          <p:nvPr>
            <p:ph type="title" idx="0"/>
          </p:nvPr>
        </p:nvSpPr>
        <p:spPr>
          <a:xfrm xmlns:a="http://schemas.openxmlformats.org/drawingml/2006/main">
            <a:off x="839788" y="457200"/>
            <a:ext cx="3932237"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90000"/>
              </a:lnSpc>
              <a:spcBef>
                <a:spcPts val="0"/>
              </a:spcBef>
              <a:spcAft>
                <a:spcPts val="0"/>
              </a:spcAft>
              <a:buClr>
                <a:schemeClr val="dk1"/>
              </a:buClr>
              <a:buSzPts val="3200"/>
              <a:buFont typeface="Calibri"/>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6" name="Google Shape;66;p15">
            <a:extLst xmlns:a="http://schemas.openxmlformats.org/drawingml/2006/main">
              <a:ext uri="{FF2B5EF4-FFF2-40B4-BE49-F238E27FC236}">
                <a16:creationId xmlns:a16="http://schemas.microsoft.com/office/drawing/2014/main" id="{36F79285-6408-4474-AD61-A42A633CF8BE}"/>
              </a:ext>
            </a:extLst>
          </p:cNvPr>
          <p:cNvSpPr>
            <a:spLocks xmlns:a="http://schemas.openxmlformats.org/drawingml/2006/main" noGrp="1"/>
          </p:cNvSpPr>
          <p:nvPr>
            <p:ph type="body" idx="1"/>
          </p:nvPr>
        </p:nvSpPr>
        <p:spPr>
          <a:xfrm xmlns:a="http://schemas.openxmlformats.org/drawingml/2006/main">
            <a:off x="5183188" y="987425"/>
            <a:ext cx="6172200" cy="4873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lnSpc>
                <a:spcPct val="90000"/>
              </a:lnSpc>
              <a:spcBef>
                <a:spcPts val="1000"/>
              </a:spcBef>
              <a:spcAft>
                <a:spcPts val="0"/>
              </a:spcAft>
              <a:buClr>
                <a:schemeClr val="dk1"/>
              </a:buClr>
              <a:buSzPts val="3200"/>
              <a:buChar char="•"/>
              <a:defRPr sz="3200"/>
            </a:lvl1pPr>
            <a:lvl2pPr marL="914400" indent="-406400" algn="l">
              <a:lnSpc>
                <a:spcPct val="90000"/>
              </a:lnSpc>
              <a:spcBef>
                <a:spcPts val="500"/>
              </a:spcBef>
              <a:spcAft>
                <a:spcPts val="0"/>
              </a:spcAft>
              <a:buClr>
                <a:schemeClr val="dk1"/>
              </a:buClr>
              <a:buSzPts val="2800"/>
              <a:buChar char="•"/>
              <a:defRPr sz="2800"/>
            </a:lvl2pPr>
            <a:lvl3pPr marL="1371600" indent="-381000" algn="l">
              <a:lnSpc>
                <a:spcPct val="90000"/>
              </a:lnSpc>
              <a:spcBef>
                <a:spcPts val="500"/>
              </a:spcBef>
              <a:spcAft>
                <a:spcPts val="0"/>
              </a:spcAft>
              <a:buClr>
                <a:schemeClr val="dk1"/>
              </a:buClr>
              <a:buSzPts val="2400"/>
              <a:buChar char="•"/>
              <a:defRPr sz="2400"/>
            </a:lvl3pPr>
            <a:lvl4pPr marL="1828800" indent="-355600" algn="l">
              <a:lnSpc>
                <a:spcPct val="90000"/>
              </a:lnSpc>
              <a:spcBef>
                <a:spcPts val="500"/>
              </a:spcBef>
              <a:spcAft>
                <a:spcPts val="0"/>
              </a:spcAft>
              <a:buClr>
                <a:schemeClr val="dk1"/>
              </a:buClr>
              <a:buSzPts val="2000"/>
              <a:buChar char="•"/>
              <a:defRPr sz="2000"/>
            </a:lvl4pPr>
            <a:lvl5pPr marL="2286000" indent="-355600" algn="l">
              <a:lnSpc>
                <a:spcPct val="90000"/>
              </a:lnSpc>
              <a:spcBef>
                <a:spcPts val="500"/>
              </a:spcBef>
              <a:spcAft>
                <a:spcPts val="0"/>
              </a:spcAft>
              <a:buClr>
                <a:schemeClr val="dk1"/>
              </a:buClr>
              <a:buSzPts val="2000"/>
              <a:buChar char="•"/>
              <a:defRPr sz="2000"/>
            </a:lvl5pPr>
            <a:lvl6pPr marL="2743200" indent="-355600" algn="l">
              <a:lnSpc>
                <a:spcPct val="90000"/>
              </a:lnSpc>
              <a:spcBef>
                <a:spcPts val="500"/>
              </a:spcBef>
              <a:spcAft>
                <a:spcPts val="0"/>
              </a:spcAft>
              <a:buClr>
                <a:schemeClr val="dk1"/>
              </a:buClr>
              <a:buSzPts val="2000"/>
              <a:buChar char="•"/>
              <a:defRPr sz="2000"/>
            </a:lvl6pPr>
            <a:lvl7pPr marL="3200400" indent="-355600" algn="l">
              <a:lnSpc>
                <a:spcPct val="90000"/>
              </a:lnSpc>
              <a:spcBef>
                <a:spcPts val="500"/>
              </a:spcBef>
              <a:spcAft>
                <a:spcPts val="0"/>
              </a:spcAft>
              <a:buClr>
                <a:schemeClr val="dk1"/>
              </a:buClr>
              <a:buSzPts val="2000"/>
              <a:buChar char="•"/>
              <a:defRPr sz="2000"/>
            </a:lvl7pPr>
            <a:lvl8pPr marL="3657600" indent="-355600" algn="l">
              <a:lnSpc>
                <a:spcPct val="90000"/>
              </a:lnSpc>
              <a:spcBef>
                <a:spcPts val="500"/>
              </a:spcBef>
              <a:spcAft>
                <a:spcPts val="0"/>
              </a:spcAft>
              <a:buClr>
                <a:schemeClr val="dk1"/>
              </a:buClr>
              <a:buSzPts val="2000"/>
              <a:buChar char="•"/>
              <a:defRPr sz="2000"/>
            </a:lvl8pPr>
            <a:lvl9pPr marL="4114800" indent="-355600" algn="l">
              <a:lnSpc>
                <a:spcPct val="90000"/>
              </a:lnSpc>
              <a:spcBef>
                <a:spcPts val="500"/>
              </a:spcBef>
              <a:spcAft>
                <a:spcPts val="0"/>
              </a:spcAft>
              <a:buClr>
                <a:schemeClr val="dk1"/>
              </a:buClr>
              <a:buSzPts val="2000"/>
              <a:buChar char="•"/>
              <a:defRPr sz="2000"/>
            </a:lvl9pPr>
          </a:lstStyle>
          <a:p xmlns:a="http://schemas.openxmlformats.org/drawingml/2006/main">
            <a:endParaRPr/>
          </a:p>
        </p:txBody>
      </p:sp>
      <p:sp>
        <p:nvSpPr>
          <p:cNvPr id="67" name="Google Shape;67;p15">
            <a:extLst xmlns:a="http://schemas.openxmlformats.org/drawingml/2006/main">
              <a:ext uri="{FF2B5EF4-FFF2-40B4-BE49-F238E27FC236}">
                <a16:creationId xmlns:a16="http://schemas.microsoft.com/office/drawing/2014/main" id="{19CDC461-34D7-48A7-97FA-8C7B81D00A56}"/>
              </a:ext>
            </a:extLst>
          </p:cNvPr>
          <p:cNvSpPr>
            <a:spLocks xmlns:a="http://schemas.openxmlformats.org/drawingml/2006/main" noGrp="1"/>
          </p:cNvSpPr>
          <p:nvPr>
            <p:ph type="body" idx="2"/>
          </p:nvPr>
        </p:nvSpPr>
        <p:spPr>
          <a:xfrm xmlns:a="http://schemas.openxmlformats.org/drawingml/2006/main">
            <a:off x="839788" y="2057400"/>
            <a:ext cx="3932237" cy="38115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chemeClr val="dk1"/>
              </a:buClr>
              <a:buSzPts val="1600"/>
              <a:buNone/>
              <a:defRPr sz="1600"/>
            </a:lvl1pPr>
            <a:lvl2pPr marL="914400" indent="-228600" algn="l">
              <a:lnSpc>
                <a:spcPct val="90000"/>
              </a:lnSpc>
              <a:spcBef>
                <a:spcPts val="500"/>
              </a:spcBef>
              <a:spcAft>
                <a:spcPts val="0"/>
              </a:spcAft>
              <a:buClr>
                <a:schemeClr val="dk1"/>
              </a:buClr>
              <a:buSzPts val="1400"/>
              <a:buNone/>
              <a:defRPr sz="1400"/>
            </a:lvl2pPr>
            <a:lvl3pPr marL="1371600" indent="-228600" algn="l">
              <a:lnSpc>
                <a:spcPct val="90000"/>
              </a:lnSpc>
              <a:spcBef>
                <a:spcPts val="500"/>
              </a:spcBef>
              <a:spcAft>
                <a:spcPts val="0"/>
              </a:spcAft>
              <a:buClr>
                <a:schemeClr val="dk1"/>
              </a:buClr>
              <a:buSzPts val="1200"/>
              <a:buNone/>
              <a:defRPr sz="1200"/>
            </a:lvl3pPr>
            <a:lvl4pPr marL="1828800" indent="-228600" algn="l">
              <a:lnSpc>
                <a:spcPct val="90000"/>
              </a:lnSpc>
              <a:spcBef>
                <a:spcPts val="500"/>
              </a:spcBef>
              <a:spcAft>
                <a:spcPts val="0"/>
              </a:spcAft>
              <a:buClr>
                <a:schemeClr val="dk1"/>
              </a:buClr>
              <a:buSzPts val="1000"/>
              <a:buNone/>
              <a:defRPr sz="1000"/>
            </a:lvl4pPr>
            <a:lvl5pPr marL="2286000" indent="-228600" algn="l">
              <a:lnSpc>
                <a:spcPct val="90000"/>
              </a:lnSpc>
              <a:spcBef>
                <a:spcPts val="500"/>
              </a:spcBef>
              <a:spcAft>
                <a:spcPts val="0"/>
              </a:spcAft>
              <a:buClr>
                <a:schemeClr val="dk1"/>
              </a:buClr>
              <a:buSzPts val="1000"/>
              <a:buNone/>
              <a:defRPr sz="1000"/>
            </a:lvl5pPr>
            <a:lvl6pPr marL="2743200" indent="-228600" algn="l">
              <a:lnSpc>
                <a:spcPct val="90000"/>
              </a:lnSpc>
              <a:spcBef>
                <a:spcPts val="500"/>
              </a:spcBef>
              <a:spcAft>
                <a:spcPts val="0"/>
              </a:spcAft>
              <a:buClr>
                <a:schemeClr val="dk1"/>
              </a:buClr>
              <a:buSzPts val="1000"/>
              <a:buNone/>
              <a:defRPr sz="1000"/>
            </a:lvl6pPr>
            <a:lvl7pPr marL="3200400" indent="-228600" algn="l">
              <a:lnSpc>
                <a:spcPct val="90000"/>
              </a:lnSpc>
              <a:spcBef>
                <a:spcPts val="500"/>
              </a:spcBef>
              <a:spcAft>
                <a:spcPts val="0"/>
              </a:spcAft>
              <a:buClr>
                <a:schemeClr val="dk1"/>
              </a:buClr>
              <a:buSzPts val="1000"/>
              <a:buNone/>
              <a:defRPr sz="1000"/>
            </a:lvl7pPr>
            <a:lvl8pPr marL="3657600" indent="-228600" algn="l">
              <a:lnSpc>
                <a:spcPct val="90000"/>
              </a:lnSpc>
              <a:spcBef>
                <a:spcPts val="500"/>
              </a:spcBef>
              <a:spcAft>
                <a:spcPts val="0"/>
              </a:spcAft>
              <a:buClr>
                <a:schemeClr val="dk1"/>
              </a:buClr>
              <a:buSzPts val="1000"/>
              <a:buNone/>
              <a:defRPr sz="1000"/>
            </a:lvl8pPr>
            <a:lvl9pPr marL="4114800" indent="-228600" algn="l">
              <a:lnSpc>
                <a:spcPct val="90000"/>
              </a:lnSpc>
              <a:spcBef>
                <a:spcPts val="500"/>
              </a:spcBef>
              <a:spcAft>
                <a:spcPts val="0"/>
              </a:spcAft>
              <a:buClr>
                <a:schemeClr val="dk1"/>
              </a:buClr>
              <a:buSzPts val="1000"/>
              <a:buNone/>
              <a:defRPr sz="1000"/>
            </a:lvl9pPr>
          </a:lstStyle>
          <a:p xmlns:a="http://schemas.openxmlformats.org/drawingml/2006/main">
            <a:endParaRPr/>
          </a:p>
        </p:txBody>
      </p:sp>
      <p:sp>
        <p:nvSpPr>
          <p:cNvPr id="68" name="Google Shape;68;p15">
            <a:extLst xmlns:a="http://schemas.openxmlformats.org/drawingml/2006/main">
              <a:ext uri="{FF2B5EF4-FFF2-40B4-BE49-F238E27FC236}">
                <a16:creationId xmlns:a16="http://schemas.microsoft.com/office/drawing/2014/main" id="{D5B1E1C8-4DA1-4789-BAEC-A5DBDEC5E108}"/>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9" name="Google Shape;69;p15">
            <a:extLst xmlns:a="http://schemas.openxmlformats.org/drawingml/2006/main">
              <a:ext uri="{FF2B5EF4-FFF2-40B4-BE49-F238E27FC236}">
                <a16:creationId xmlns:a16="http://schemas.microsoft.com/office/drawing/2014/main" id="{D6F00013-CC52-4635-BC01-0375CD39C42B}"/>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0" name="Google Shape;70;p15">
            <a:extLst xmlns:a="http://schemas.openxmlformats.org/drawingml/2006/main">
              <a:ext uri="{FF2B5EF4-FFF2-40B4-BE49-F238E27FC236}">
                <a16:creationId xmlns:a16="http://schemas.microsoft.com/office/drawing/2014/main" id="{8BFE42DF-BF3A-4B47-B736-583C6142CF09}"/>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sldLayout>
</file>

<file path=ppt/slideLayouts/slideLayout12.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2" name="Google Shape;72;p16">
            <a:extLst xmlns:a="http://schemas.openxmlformats.org/drawingml/2006/main">
              <a:ext uri="{FF2B5EF4-FFF2-40B4-BE49-F238E27FC236}">
                <a16:creationId xmlns:a16="http://schemas.microsoft.com/office/drawing/2014/main" id="{EA63C9D8-71C9-4B60-A65C-BBBC85049685}"/>
              </a:ext>
            </a:extLst>
          </p:cNvPr>
          <p:cNvSpPr>
            <a:spLocks xmlns:a="http://schemas.openxmlformats.org/drawingml/2006/main" noGrp="1"/>
          </p:cNvSpPr>
          <p:nvPr>
            <p:ph type="title" idx="0"/>
          </p:nvPr>
        </p:nvSpPr>
        <p:spPr>
          <a:xfrm xmlns:a="http://schemas.openxmlformats.org/drawingml/2006/main">
            <a:off x="839788" y="457200"/>
            <a:ext cx="3932237"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90000"/>
              </a:lnSpc>
              <a:spcBef>
                <a:spcPts val="0"/>
              </a:spcBef>
              <a:spcAft>
                <a:spcPts val="0"/>
              </a:spcAft>
              <a:buClr>
                <a:schemeClr val="dk1"/>
              </a:buClr>
              <a:buSzPts val="3200"/>
              <a:buFont typeface="Calibri"/>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3" name="Google Shape;73;p16">
            <a:extLst xmlns:a="http://schemas.openxmlformats.org/drawingml/2006/main">
              <a:ext uri="{FF2B5EF4-FFF2-40B4-BE49-F238E27FC236}">
                <a16:creationId xmlns:a16="http://schemas.microsoft.com/office/drawing/2014/main" id="{A5E79F98-5A58-49F5-8308-8CB1B86B63D4}"/>
              </a:ext>
            </a:extLst>
          </p:cNvPr>
          <p:cNvSpPr>
            <a:spLocks xmlns:a="http://schemas.openxmlformats.org/drawingml/2006/main" noGrp="1"/>
          </p:cNvSpPr>
          <p:nvPr>
            <p:ph type="pic" idx="2"/>
          </p:nvPr>
        </p:nvSpPr>
        <p:spPr>
          <a:xfrm xmlns:a="http://schemas.openxmlformats.org/drawingml/2006/main">
            <a:off x="5183188" y="987425"/>
            <a:ext cx="6172200" cy="4873625"/>
          </a:xfrm>
          <a:prstGeom xmlns:a="http://schemas.openxmlformats.org/drawingml/2006/main" prst="rect">
            <a:avLst/>
          </a:prstGeom>
          <a:noFill xmlns:a="http://schemas.openxmlformats.org/drawingml/2006/main"/>
          <a:ln xmlns:a="http://schemas.openxmlformats.org/drawingml/2006/main">
            <a:noFill/>
          </a:ln>
        </p:spPr>
      </p:sp>
      <p:sp>
        <p:nvSpPr>
          <p:cNvPr id="74" name="Google Shape;74;p16">
            <a:extLst xmlns:a="http://schemas.openxmlformats.org/drawingml/2006/main">
              <a:ext uri="{FF2B5EF4-FFF2-40B4-BE49-F238E27FC236}">
                <a16:creationId xmlns:a16="http://schemas.microsoft.com/office/drawing/2014/main" id="{08A1844B-EDE5-4B89-BCD6-482D7E20AD3F}"/>
              </a:ext>
            </a:extLst>
          </p:cNvPr>
          <p:cNvSpPr>
            <a:spLocks xmlns:a="http://schemas.openxmlformats.org/drawingml/2006/main" noGrp="1"/>
          </p:cNvSpPr>
          <p:nvPr>
            <p:ph type="body" idx="1"/>
          </p:nvPr>
        </p:nvSpPr>
        <p:spPr>
          <a:xfrm xmlns:a="http://schemas.openxmlformats.org/drawingml/2006/main">
            <a:off x="839788" y="2057400"/>
            <a:ext cx="3932237" cy="38115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chemeClr val="dk1"/>
              </a:buClr>
              <a:buSzPts val="1600"/>
              <a:buNone/>
              <a:defRPr sz="1600"/>
            </a:lvl1pPr>
            <a:lvl2pPr marL="914400" indent="-228600" algn="l">
              <a:lnSpc>
                <a:spcPct val="90000"/>
              </a:lnSpc>
              <a:spcBef>
                <a:spcPts val="500"/>
              </a:spcBef>
              <a:spcAft>
                <a:spcPts val="0"/>
              </a:spcAft>
              <a:buClr>
                <a:schemeClr val="dk1"/>
              </a:buClr>
              <a:buSzPts val="1400"/>
              <a:buNone/>
              <a:defRPr sz="1400"/>
            </a:lvl2pPr>
            <a:lvl3pPr marL="1371600" indent="-228600" algn="l">
              <a:lnSpc>
                <a:spcPct val="90000"/>
              </a:lnSpc>
              <a:spcBef>
                <a:spcPts val="500"/>
              </a:spcBef>
              <a:spcAft>
                <a:spcPts val="0"/>
              </a:spcAft>
              <a:buClr>
                <a:schemeClr val="dk1"/>
              </a:buClr>
              <a:buSzPts val="1200"/>
              <a:buNone/>
              <a:defRPr sz="1200"/>
            </a:lvl3pPr>
            <a:lvl4pPr marL="1828800" indent="-228600" algn="l">
              <a:lnSpc>
                <a:spcPct val="90000"/>
              </a:lnSpc>
              <a:spcBef>
                <a:spcPts val="500"/>
              </a:spcBef>
              <a:spcAft>
                <a:spcPts val="0"/>
              </a:spcAft>
              <a:buClr>
                <a:schemeClr val="dk1"/>
              </a:buClr>
              <a:buSzPts val="1000"/>
              <a:buNone/>
              <a:defRPr sz="1000"/>
            </a:lvl4pPr>
            <a:lvl5pPr marL="2286000" indent="-228600" algn="l">
              <a:lnSpc>
                <a:spcPct val="90000"/>
              </a:lnSpc>
              <a:spcBef>
                <a:spcPts val="500"/>
              </a:spcBef>
              <a:spcAft>
                <a:spcPts val="0"/>
              </a:spcAft>
              <a:buClr>
                <a:schemeClr val="dk1"/>
              </a:buClr>
              <a:buSzPts val="1000"/>
              <a:buNone/>
              <a:defRPr sz="1000"/>
            </a:lvl5pPr>
            <a:lvl6pPr marL="2743200" indent="-228600" algn="l">
              <a:lnSpc>
                <a:spcPct val="90000"/>
              </a:lnSpc>
              <a:spcBef>
                <a:spcPts val="500"/>
              </a:spcBef>
              <a:spcAft>
                <a:spcPts val="0"/>
              </a:spcAft>
              <a:buClr>
                <a:schemeClr val="dk1"/>
              </a:buClr>
              <a:buSzPts val="1000"/>
              <a:buNone/>
              <a:defRPr sz="1000"/>
            </a:lvl6pPr>
            <a:lvl7pPr marL="3200400" indent="-228600" algn="l">
              <a:lnSpc>
                <a:spcPct val="90000"/>
              </a:lnSpc>
              <a:spcBef>
                <a:spcPts val="500"/>
              </a:spcBef>
              <a:spcAft>
                <a:spcPts val="0"/>
              </a:spcAft>
              <a:buClr>
                <a:schemeClr val="dk1"/>
              </a:buClr>
              <a:buSzPts val="1000"/>
              <a:buNone/>
              <a:defRPr sz="1000"/>
            </a:lvl7pPr>
            <a:lvl8pPr marL="3657600" indent="-228600" algn="l">
              <a:lnSpc>
                <a:spcPct val="90000"/>
              </a:lnSpc>
              <a:spcBef>
                <a:spcPts val="500"/>
              </a:spcBef>
              <a:spcAft>
                <a:spcPts val="0"/>
              </a:spcAft>
              <a:buClr>
                <a:schemeClr val="dk1"/>
              </a:buClr>
              <a:buSzPts val="1000"/>
              <a:buNone/>
              <a:defRPr sz="1000"/>
            </a:lvl8pPr>
            <a:lvl9pPr marL="4114800" indent="-228600" algn="l">
              <a:lnSpc>
                <a:spcPct val="90000"/>
              </a:lnSpc>
              <a:spcBef>
                <a:spcPts val="500"/>
              </a:spcBef>
              <a:spcAft>
                <a:spcPts val="0"/>
              </a:spcAft>
              <a:buClr>
                <a:schemeClr val="dk1"/>
              </a:buClr>
              <a:buSzPts val="1000"/>
              <a:buNone/>
              <a:defRPr sz="1000"/>
            </a:lvl9pPr>
          </a:lstStyle>
          <a:p xmlns:a="http://schemas.openxmlformats.org/drawingml/2006/main">
            <a:endParaRPr/>
          </a:p>
        </p:txBody>
      </p:sp>
      <p:sp>
        <p:nvSpPr>
          <p:cNvPr id="75" name="Google Shape;75;p16">
            <a:extLst xmlns:a="http://schemas.openxmlformats.org/drawingml/2006/main">
              <a:ext uri="{FF2B5EF4-FFF2-40B4-BE49-F238E27FC236}">
                <a16:creationId xmlns:a16="http://schemas.microsoft.com/office/drawing/2014/main" id="{183CEF5C-5AAC-428F-B38C-BBE72C8976B4}"/>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6" name="Google Shape;76;p16">
            <a:extLst xmlns:a="http://schemas.openxmlformats.org/drawingml/2006/main">
              <a:ext uri="{FF2B5EF4-FFF2-40B4-BE49-F238E27FC236}">
                <a16:creationId xmlns:a16="http://schemas.microsoft.com/office/drawing/2014/main" id="{213B054A-00BF-431D-9923-CDCDA8775D21}"/>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7" name="Google Shape;77;p16">
            <a:extLst xmlns:a="http://schemas.openxmlformats.org/drawingml/2006/main">
              <a:ext uri="{FF2B5EF4-FFF2-40B4-BE49-F238E27FC236}">
                <a16:creationId xmlns:a16="http://schemas.microsoft.com/office/drawing/2014/main" id="{45E37906-45DC-44CC-B130-46F8CDB80F3F}"/>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sldLayout>
</file>

<file path=ppt/slideLayouts/slideLayout13.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9" name="Google Shape;79;p17">
            <a:extLst xmlns:a="http://schemas.openxmlformats.org/drawingml/2006/main">
              <a:ext uri="{FF2B5EF4-FFF2-40B4-BE49-F238E27FC236}">
                <a16:creationId xmlns:a16="http://schemas.microsoft.com/office/drawing/2014/main" id="{E2AE4898-F1A1-4AC9-850A-1B59BB1C8F48}"/>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7">
            <a:extLst xmlns:a="http://schemas.openxmlformats.org/drawingml/2006/main">
              <a:ext uri="{FF2B5EF4-FFF2-40B4-BE49-F238E27FC236}">
                <a16:creationId xmlns:a16="http://schemas.microsoft.com/office/drawing/2014/main" id="{FE209ED3-19E8-4A76-9C46-E205D2B8042B}"/>
              </a:ext>
            </a:extLst>
          </p:cNvPr>
          <p:cNvSpPr>
            <a:spLocks xmlns:a="http://schemas.openxmlformats.org/drawingml/2006/main" noGrp="1"/>
          </p:cNvSpPr>
          <p:nvPr>
            <p:ph type="body" idx="1"/>
          </p:nvPr>
        </p:nvSpPr>
        <p:spPr>
          <a:xfrm xmlns:a="http://schemas.openxmlformats.org/drawingml/2006/main" rot="5400000">
            <a:off x="3920331" y="-1256506"/>
            <a:ext cx="4351338" cy="1051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a:endParaRPr/>
          </a:p>
        </p:txBody>
      </p:sp>
      <p:sp>
        <p:nvSpPr>
          <p:cNvPr id="81" name="Google Shape;81;p17">
            <a:extLst xmlns:a="http://schemas.openxmlformats.org/drawingml/2006/main">
              <a:ext uri="{FF2B5EF4-FFF2-40B4-BE49-F238E27FC236}">
                <a16:creationId xmlns:a16="http://schemas.microsoft.com/office/drawing/2014/main" id="{F39B226C-8001-4683-8C85-093F6510D484}"/>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2" name="Google Shape;82;p17">
            <a:extLst xmlns:a="http://schemas.openxmlformats.org/drawingml/2006/main">
              <a:ext uri="{FF2B5EF4-FFF2-40B4-BE49-F238E27FC236}">
                <a16:creationId xmlns:a16="http://schemas.microsoft.com/office/drawing/2014/main" id="{CD83BD4E-C928-459F-A36F-1612D420155C}"/>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3" name="Google Shape;83;p17">
            <a:extLst xmlns:a="http://schemas.openxmlformats.org/drawingml/2006/main">
              <a:ext uri="{FF2B5EF4-FFF2-40B4-BE49-F238E27FC236}">
                <a16:creationId xmlns:a16="http://schemas.microsoft.com/office/drawing/2014/main" id="{CD91EE89-FBE4-4819-B30B-F3BD199B6A97}"/>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sldLayout>
</file>

<file path=ppt/slideLayouts/slideLayout14.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5" name="Google Shape;85;p18">
            <a:extLst xmlns:a="http://schemas.openxmlformats.org/drawingml/2006/main">
              <a:ext uri="{FF2B5EF4-FFF2-40B4-BE49-F238E27FC236}">
                <a16:creationId xmlns:a16="http://schemas.microsoft.com/office/drawing/2014/main" id="{961AB814-BBF0-46F4-8897-E0836BDDF2AA}"/>
              </a:ext>
            </a:extLst>
          </p:cNvPr>
          <p:cNvSpPr>
            <a:spLocks xmlns:a="http://schemas.openxmlformats.org/drawingml/2006/main" noGrp="1"/>
          </p:cNvSpPr>
          <p:nvPr>
            <p:ph type="title" idx="0"/>
          </p:nvPr>
        </p:nvSpPr>
        <p:spPr>
          <a:xfrm xmlns:a="http://schemas.openxmlformats.org/drawingml/2006/main" rot="5400000">
            <a:off x="7133431" y="1956594"/>
            <a:ext cx="5811838" cy="262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8">
            <a:extLst xmlns:a="http://schemas.openxmlformats.org/drawingml/2006/main">
              <a:ext uri="{FF2B5EF4-FFF2-40B4-BE49-F238E27FC236}">
                <a16:creationId xmlns:a16="http://schemas.microsoft.com/office/drawing/2014/main" id="{98EE91EF-6EF0-4A12-8192-2DF6766761C1}"/>
              </a:ext>
            </a:extLst>
          </p:cNvPr>
          <p:cNvSpPr>
            <a:spLocks xmlns:a="http://schemas.openxmlformats.org/drawingml/2006/main" noGrp="1"/>
          </p:cNvSpPr>
          <p:nvPr>
            <p:ph type="body" idx="1"/>
          </p:nvPr>
        </p:nvSpPr>
        <p:spPr>
          <a:xfrm xmlns:a="http://schemas.openxmlformats.org/drawingml/2006/main" rot="5400000">
            <a:off x="1799431" y="-596106"/>
            <a:ext cx="5811838" cy="773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xmlns:a="http://schemas.openxmlformats.org/drawingml/2006/main">
            <a:endParaRPr/>
          </a:p>
        </p:txBody>
      </p:sp>
      <p:sp>
        <p:nvSpPr>
          <p:cNvPr id="87" name="Google Shape;87;p18">
            <a:extLst xmlns:a="http://schemas.openxmlformats.org/drawingml/2006/main">
              <a:ext uri="{FF2B5EF4-FFF2-40B4-BE49-F238E27FC236}">
                <a16:creationId xmlns:a16="http://schemas.microsoft.com/office/drawing/2014/main" id="{F05E64EC-D6FC-421D-B4FA-D6AD10E61889}"/>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8" name="Google Shape;88;p18">
            <a:extLst xmlns:a="http://schemas.openxmlformats.org/drawingml/2006/main">
              <a:ext uri="{FF2B5EF4-FFF2-40B4-BE49-F238E27FC236}">
                <a16:creationId xmlns:a16="http://schemas.microsoft.com/office/drawing/2014/main" id="{B48970F9-3102-4A7F-AA1D-98D5A7FCB5DC}"/>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9" name="Google Shape;89;p18">
            <a:extLst xmlns:a="http://schemas.openxmlformats.org/drawingml/2006/main">
              <a:ext uri="{FF2B5EF4-FFF2-40B4-BE49-F238E27FC236}">
                <a16:creationId xmlns:a16="http://schemas.microsoft.com/office/drawing/2014/main" id="{AA89B059-0CF8-4C97-BC84-D60E1E5AF83C}"/>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95c37abaa047ed" /><Relationship Type="http://schemas.openxmlformats.org/officeDocument/2006/relationships/slideLayout" Target="/ppt/slideLayouts/slideLayout1.xml" Id="Rc811df5adc9248cd" /><Relationship Type="http://schemas.openxmlformats.org/officeDocument/2006/relationships/slideLayout" Target="/ppt/slideLayouts/slideLayout2.xml" Id="Rb9207c3761e945db" /><Relationship Type="http://schemas.openxmlformats.org/officeDocument/2006/relationships/slideLayout" Target="/ppt/slideLayouts/slideLayout3.xml" Id="Ra437abdb290d459d" /><Relationship Type="http://schemas.openxmlformats.org/officeDocument/2006/relationships/slideLayout" Target="/ppt/slideLayouts/slideLayout4.xml" Id="Rd652ed8a78d147fd" /><Relationship Type="http://schemas.openxmlformats.org/officeDocument/2006/relationships/slideLayout" Target="/ppt/slideLayouts/slideLayout5.xml" Id="Ra0b1c109fdad4960" /><Relationship Type="http://schemas.openxmlformats.org/officeDocument/2006/relationships/slideLayout" Target="/ppt/slideLayouts/slideLayout6.xml" Id="Re97d7fbeede0416c" /><Relationship Type="http://schemas.openxmlformats.org/officeDocument/2006/relationships/slideLayout" Target="/ppt/slideLayouts/slideLayout7.xml" Id="R757b305cdad94b68" /><Relationship Type="http://schemas.openxmlformats.org/officeDocument/2006/relationships/slideLayout" Target="/ppt/slideLayouts/slideLayout8.xml" Id="R3be0e5277c9349f9" /><Relationship Type="http://schemas.openxmlformats.org/officeDocument/2006/relationships/slideLayout" Target="/ppt/slideLayouts/slideLayout9.xml" Id="R21dfdd9054474245" /><Relationship Type="http://schemas.openxmlformats.org/officeDocument/2006/relationships/slideLayout" Target="/ppt/slideLayouts/slideLayout10.xml" Id="R19c9c33ab6ca4bb2" /><Relationship Type="http://schemas.openxmlformats.org/officeDocument/2006/relationships/slideLayout" Target="/ppt/slideLayouts/slideLayout11.xml" Id="R7aafbd0f4109414b" /><Relationship Type="http://schemas.openxmlformats.org/officeDocument/2006/relationships/slideLayout" Target="/ppt/slideLayouts/slideLayout12.xml" Id="Rba02aedd920e402f" /><Relationship Type="http://schemas.openxmlformats.org/officeDocument/2006/relationships/slideLayout" Target="/ppt/slideLayouts/slideLayout13.xml" Id="Rcc09807d5ba24fa4" /><Relationship Type="http://schemas.openxmlformats.org/officeDocument/2006/relationships/slideLayout" Target="/ppt/slideLayouts/slideLayout14.xml" Id="R8b286cdd0d5e4c03"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4">
            <a:extLst xmlns:a="http://schemas.openxmlformats.org/drawingml/2006/main">
              <a:ext uri="{FF2B5EF4-FFF2-40B4-BE49-F238E27FC236}">
                <a16:creationId xmlns:a16="http://schemas.microsoft.com/office/drawing/2014/main" id="{E50B03CF-D57A-4247-841E-59FF36D0A622}"/>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9pPr>
          </a:lstStyle>
          <a:p xmlns:a="http://schemas.openxmlformats.org/drawingml/2006/main">
            <a:endParaRPr/>
          </a:p>
        </p:txBody>
      </p:sp>
      <p:sp>
        <p:nvSpPr>
          <p:cNvPr id="11" name="Google Shape;11;p4">
            <a:extLst xmlns:a="http://schemas.openxmlformats.org/drawingml/2006/main">
              <a:ext uri="{FF2B5EF4-FFF2-40B4-BE49-F238E27FC236}">
                <a16:creationId xmlns:a16="http://schemas.microsoft.com/office/drawing/2014/main" id="{D4925058-44E8-4182-A24C-F8548D389518}"/>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defRPr>
            </a:lvl1pPr>
            <a:lvl2pPr marL="914400" marR="0"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defRPr>
            </a:lvl2pPr>
            <a:lvl3pPr marL="1371600" marR="0"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3pPr>
            <a:lvl4pPr marL="1828800" marR="0"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4pPr>
            <a:lvl5pPr marL="2286000" marR="0"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5pPr>
            <a:lvl6pPr marL="2743200" marR="0"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6pPr>
            <a:lvl7pPr marL="3200400" marR="0"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7pPr>
            <a:lvl8pPr marL="3657600" marR="0"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8pPr>
            <a:lvl9pPr marL="4114800" marR="0"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9pPr>
          </a:lstStyle>
          <a:p xmlns:a="http://schemas.openxmlformats.org/drawingml/2006/main">
            <a:endParaRPr/>
          </a:p>
        </p:txBody>
      </p:sp>
      <p:sp>
        <p:nvSpPr>
          <p:cNvPr id="12" name="Google Shape;12;p4">
            <a:extLst xmlns:a="http://schemas.openxmlformats.org/drawingml/2006/main">
              <a:ext uri="{FF2B5EF4-FFF2-40B4-BE49-F238E27FC236}">
                <a16:creationId xmlns:a16="http://schemas.microsoft.com/office/drawing/2014/main" id="{80B8074F-0026-4044-A7CE-8F79036C336E}"/>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xmlns:a="http://schemas.openxmlformats.org/drawingml/2006/main">
            <a:endParaRPr/>
          </a:p>
        </p:txBody>
      </p:sp>
      <p:sp>
        <p:nvSpPr>
          <p:cNvPr id="13" name="Google Shape;13;p4">
            <a:extLst xmlns:a="http://schemas.openxmlformats.org/drawingml/2006/main">
              <a:ext uri="{FF2B5EF4-FFF2-40B4-BE49-F238E27FC236}">
                <a16:creationId xmlns:a16="http://schemas.microsoft.com/office/drawing/2014/main" id="{8BDE4906-2ECA-4B42-8FC7-39F32815D37A}"/>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xmlns:a="http://schemas.openxmlformats.org/drawingml/2006/main">
            <a:endParaRPr/>
          </a:p>
        </p:txBody>
      </p:sp>
      <p:sp>
        <p:nvSpPr>
          <p:cNvPr id="14" name="Google Shape;14;p4">
            <a:extLst xmlns:a="http://schemas.openxmlformats.org/drawingml/2006/main">
              <a:ext uri="{FF2B5EF4-FFF2-40B4-BE49-F238E27FC236}">
                <a16:creationId xmlns:a16="http://schemas.microsoft.com/office/drawing/2014/main" id="{35F1B453-3796-42E3-B99A-0C4066EC4870}"/>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latin typeface="Times New Roman"/>
              <a:ea typeface="Times New Roman"/>
              <a:cs typeface="Times New Roman"/>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c811df5adc9248cd"/>
    <p:sldLayoutId xmlns:r="http://schemas.openxmlformats.org/officeDocument/2006/relationships" id="2147483650" r:id="Rb9207c3761e945db"/>
    <p:sldLayoutId xmlns:r="http://schemas.openxmlformats.org/officeDocument/2006/relationships" id="2147483651" r:id="Ra437abdb290d459d"/>
    <p:sldLayoutId xmlns:r="http://schemas.openxmlformats.org/officeDocument/2006/relationships" id="2147483652" r:id="Rd652ed8a78d147fd"/>
    <p:sldLayoutId xmlns:r="http://schemas.openxmlformats.org/officeDocument/2006/relationships" id="2147483653" r:id="Ra0b1c109fdad4960"/>
    <p:sldLayoutId xmlns:r="http://schemas.openxmlformats.org/officeDocument/2006/relationships" id="2147483654" r:id="Re97d7fbeede0416c"/>
    <p:sldLayoutId xmlns:r="http://schemas.openxmlformats.org/officeDocument/2006/relationships" id="2147483655" r:id="R757b305cdad94b68"/>
    <p:sldLayoutId xmlns:r="http://schemas.openxmlformats.org/officeDocument/2006/relationships" id="2147483656" r:id="R3be0e5277c9349f9"/>
    <p:sldLayoutId xmlns:r="http://schemas.openxmlformats.org/officeDocument/2006/relationships" id="2147483657" r:id="R21dfdd9054474245"/>
    <p:sldLayoutId xmlns:r="http://schemas.openxmlformats.org/officeDocument/2006/relationships" id="2147483658" r:id="R19c9c33ab6ca4bb2"/>
    <p:sldLayoutId xmlns:r="http://schemas.openxmlformats.org/officeDocument/2006/relationships" id="2147483659" r:id="R7aafbd0f4109414b"/>
    <p:sldLayoutId xmlns:r="http://schemas.openxmlformats.org/officeDocument/2006/relationships" id="2147483660" r:id="Rba02aedd920e402f"/>
    <p:sldLayoutId xmlns:r="http://schemas.openxmlformats.org/officeDocument/2006/relationships" id="2147483661" r:id="Rcc09807d5ba24fa4"/>
    <p:sldLayoutId xmlns:r="http://schemas.openxmlformats.org/officeDocument/2006/relationships" id="2147483662" r:id="R8b286cdd0d5e4c03"/>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1_MIT PE">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lue War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b309a9580124a2b" /><Relationship Type="http://schemas.openxmlformats.org/officeDocument/2006/relationships/image" Target="/ppt/media/image.jpeg" Id="R1c77b9baad774f30" /><Relationship Type="http://schemas.openxmlformats.org/officeDocument/2006/relationships/notesSlide" Target="/ppt/notesSlides/notesSlide1.xml" Id="R6adda681dcbc4f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f6743e80f1a24971" /><Relationship Type="http://schemas.openxmlformats.org/officeDocument/2006/relationships/notesSlide" Target="/ppt/notesSlides/notesSlide2.xml" Id="R8c9e5f249ba34d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ea55db4f7ed4794" /><Relationship Type="http://schemas.openxmlformats.org/officeDocument/2006/relationships/notesSlide" Target="/ppt/notesSlides/notesSlide3.xml" Id="R562c7029569a46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7b97498bbbff4d1b" /><Relationship Type="http://schemas.openxmlformats.org/officeDocument/2006/relationships/notesSlide" Target="/ppt/notesSlides/notesSlide4.xml" Id="R30e590aa1c5641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f601af62b1634ee7" /><Relationship Type="http://schemas.openxmlformats.org/officeDocument/2006/relationships/notesSlide" Target="/ppt/notesSlides/notesSlide5.xml" Id="R1e2f35d801934d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f8edfabbb2574214" /><Relationship Type="http://schemas.openxmlformats.org/officeDocument/2006/relationships/notesSlide" Target="/ppt/notesSlides/notesSlide6.xml" Id="R22a0140182fb47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212baf448e6b44fb" /><Relationship Type="http://schemas.openxmlformats.org/officeDocument/2006/relationships/notesSlide" Target="/ppt/notesSlides/notesSlide7.xml" Id="Rdcc91529d3354d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31231f387c514f5a" /><Relationship Type="http://schemas.openxmlformats.org/officeDocument/2006/relationships/notesSlide" Target="/ppt/notesSlides/notesSlide8.xml" Id="R0199f4a3c54d4d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efc702463bcf4beb" /><Relationship Type="http://schemas.openxmlformats.org/officeDocument/2006/relationships/notesSlide" Target="/ppt/notesSlides/notesSlide9.xml" Id="Rdcd6717091cd46a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1b3b08d928b6488f" /><Relationship Type="http://schemas.openxmlformats.org/officeDocument/2006/relationships/notesSlide" Target="/ppt/notesSlides/notesSlide10.xml" Id="R771443cb526a4b7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e0d4d9a15fbf4da2" /><Relationship Type="http://schemas.openxmlformats.org/officeDocument/2006/relationships/notesSlide" Target="/ppt/notesSlides/notesSlide11.xml" Id="Rd45416472bf54ed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32fb1697bd06494e" /><Relationship Type="http://schemas.openxmlformats.org/officeDocument/2006/relationships/notesSlide" Target="/ppt/notesSlides/notesSlide12.xml" Id="R0a0c9cbc8233440c" /></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1c77b9baad774f30">
            <a:alphaModFix/>
          </a:blip>
          <a:tile tx="0" ty="0" sx="100000" sy="100000" flip="none" algn="tl"/>
        </a:blip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50DE636-0DE4-4178-990D-07B33CED8F57}"/>
              </a:ext>
            </a:extLst>
          </p:cNvPr>
          <p:cNvSpPr>
            <a:spLocks xmlns:a="http://schemas.openxmlformats.org/drawingml/2006/main" noGrp="1"/>
          </p:cNvSpPr>
          <p:nvPr/>
        </p:nvSpPr>
        <p:spPr>
          <a:xfrm xmlns:a="http://schemas.openxmlformats.org/drawingml/2006/main">
            <a:off x="666750" y="509587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000" b="1">
                <a:solidFill>
                  <a:srgbClr val="FFFFFF"/>
                </a:solidFill>
                <a:latin typeface="Calibri"/>
                <a:ea typeface="Calibri"/>
                <a:cs typeface="Calibri"/>
              </a:defRPr>
            </a:defPPr>
          </a:lstStyle>
          <a:p xmlns:a="http://schemas.openxmlformats.org/drawingml/2006/main">
            <a:pPr marL="0" indent="0" algn="ctr">
              <a:lnSpc>
                <a:spcPct val="112000"/>
              </a:lnSpc>
              <a:buNone/>
              <a:defRPr sz="3450" b="1">
                <a:solidFill>
                  <a:srgbClr val="FFFFFF"/>
                </a:solidFill>
                <a:latin typeface="Calibri"/>
                <a:ea typeface="Calibri"/>
                <a:cs typeface="Calibri"/>
              </a:defRPr>
            </a:pPr>
            <a:r>
              <a:rPr sz="3000" b="1">
                <a:solidFill>
                  <a:srgbClr val="FFFFFF"/>
                </a:solidFill>
                <a:latin typeface="Calibri"/>
                <a:ea typeface="Calibri"/>
                <a:cs typeface="Calibri"/>
              </a:rPr>
              <a:t>Capstone Design Review Presentation</a:t>
            </a:r>
          </a:p>
        </p:txBody>
      </p:sp>
      <p:sp>
        <p:nvSpPr>
          <p:cNvPr id="2" name="">
            <a:extLst xmlns:a="http://schemas.openxmlformats.org/drawingml/2006/main">
              <a:ext uri="{FF2B5EF4-FFF2-40B4-BE49-F238E27FC236}">
                <a16:creationId xmlns:a16="http://schemas.microsoft.com/office/drawing/2014/main" id="{B5217E8F-DA90-4DC5-BB07-4FBF1276FEA4}"/>
              </a:ext>
            </a:extLst>
          </p:cNvPr>
          <p:cNvSpPr>
            <a:spLocks xmlns:a="http://schemas.openxmlformats.org/drawingml/2006/main" noGrp="1"/>
          </p:cNvSpPr>
          <p:nvPr/>
        </p:nvSpPr>
        <p:spPr>
          <a:xfrm xmlns:a="http://schemas.openxmlformats.org/drawingml/2006/main">
            <a:off x="666750" y="57816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0">
                <a:solidFill>
                  <a:srgbClr val="FFFFFF"/>
                </a:solidFill>
                <a:latin typeface="Calibri"/>
                <a:ea typeface="Calibri"/>
                <a:cs typeface="Calibri"/>
              </a:defRPr>
            </a:defPPr>
          </a:lstStyle>
          <a:p xmlns:a="http://schemas.openxmlformats.org/drawingml/2006/main">
            <a:pPr marL="0" indent="0" algn="ctr">
              <a:lnSpc>
                <a:spcPct val="112000"/>
              </a:lnSpc>
              <a:buNone/>
              <a:defRPr sz="2025" b="0">
                <a:solidFill>
                  <a:srgbClr val="FFFFFF"/>
                </a:solidFill>
                <a:latin typeface="Calibri"/>
                <a:ea typeface="Calibri"/>
                <a:cs typeface="Calibri"/>
              </a:defRPr>
            </a:pPr>
            <a:r>
              <a:rPr sz="2025" b="0">
                <a:solidFill>
                  <a:srgbClr val="FFFFFF"/>
                </a:solidFill>
                <a:latin typeface="Calibri"/>
                <a:ea typeface="Calibri"/>
                <a:cs typeface="Calibri"/>
              </a:rPr>
              <a:t>Research Paper Navigator</a:t>
            </a:r>
          </a:p>
        </p:txBody>
      </p:sp>
      <p:sp>
        <p:nvSpPr>
          <p:cNvPr id="3" name="">
            <a:extLst xmlns:a="http://schemas.openxmlformats.org/drawingml/2006/main">
              <a:ext uri="{FF2B5EF4-FFF2-40B4-BE49-F238E27FC236}">
                <a16:creationId xmlns:a16="http://schemas.microsoft.com/office/drawing/2014/main" id="{72ED2949-A1CD-4CC3-87B5-81B91EDE2D83}"/>
              </a:ext>
            </a:extLst>
          </p:cNvPr>
          <p:cNvSpPr>
            <a:spLocks xmlns:a="http://schemas.openxmlformats.org/drawingml/2006/main" noGrp="1"/>
          </p:cNvSpPr>
          <p:nvPr/>
        </p:nvSpPr>
        <p:spPr>
          <a:xfrm xmlns:a="http://schemas.openxmlformats.org/drawingml/2006/main">
            <a:off x="666750" y="621030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FFFFFF"/>
                </a:solidFill>
                <a:latin typeface="Calibri"/>
                <a:ea typeface="Calibri"/>
                <a:cs typeface="Calibri"/>
              </a:defRPr>
            </a:defPPr>
          </a:lstStyle>
          <a:p xmlns:a="http://schemas.openxmlformats.org/drawingml/2006/main">
            <a:pPr marL="0" indent="0" algn="ctr">
              <a:lnSpc>
                <a:spcPct val="112000"/>
              </a:lnSpc>
              <a:buNone/>
              <a:defRPr sz="1650" b="0">
                <a:solidFill>
                  <a:srgbClr val="FFFFFF"/>
                </a:solidFill>
                <a:latin typeface="Calibri"/>
                <a:ea typeface="Calibri"/>
                <a:cs typeface="Calibri"/>
              </a:defRPr>
            </a:pPr>
            <a:r>
              <a:rPr sz="1650" b="0">
                <a:solidFill>
                  <a:srgbClr val="FFFFFF"/>
                </a:solidFill>
                <a:latin typeface="Calibri"/>
                <a:ea typeface="Calibri"/>
                <a:cs typeface="Calibri"/>
              </a:rPr>
              <a:t>Council Wooten III · Final Capstone</a:t>
            </a:r>
          </a:p>
        </p:txBody>
      </p:sp>
    </p:spTree>
    <p:extLst>
      <p:ext uri="{BB962C8B-B14F-4D97-AF65-F5344CB8AC3E}">
        <p14:creationId xmlns:p14="http://schemas.microsoft.com/office/powerpoint/2010/main" val="171972920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official-title">
            <a:extLst xmlns:a="http://schemas.openxmlformats.org/drawingml/2006/main">
              <a:ext uri="{FF2B5EF4-FFF2-40B4-BE49-F238E27FC236}">
                <a16:creationId xmlns:a16="http://schemas.microsoft.com/office/drawing/2014/main" id="{D200A2F8-C934-4BB3-A75F-1B5EAD5E6502}"/>
              </a:ext>
            </a:extLst>
          </p:cNvPr>
          <p:cNvSpPr>
            <a:spLocks xmlns:a="http://schemas.openxmlformats.org/drawingml/2006/main" noGrp="1"/>
          </p:cNvSpPr>
          <p:nvPr/>
        </p:nvSpPr>
        <p:spPr>
          <a:xfrm xmlns:a="http://schemas.openxmlformats.org/drawingml/2006/main">
            <a:off x="762000" y="952500"/>
            <a:ext cx="1066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9A512F"/>
                </a:solidFill>
                <a:latin typeface="Calibri"/>
                <a:ea typeface="Calibri"/>
                <a:cs typeface="Calibri"/>
              </a:defRPr>
            </a:defPPr>
          </a:lstStyle>
          <a:p xmlns:a="http://schemas.openxmlformats.org/drawingml/2006/main">
            <a:pPr>
              <a:buNone/>
              <a:defRPr sz="3000" b="1">
                <a:solidFill>
                  <a:srgbClr val="9A512F"/>
                </a:solidFill>
                <a:latin typeface="Calibri"/>
                <a:ea typeface="Calibri"/>
                <a:cs typeface="Calibri"/>
              </a:defRPr>
            </a:pPr>
            <a:r>
              <a:rPr sz="3000" b="1">
                <a:solidFill>
                  <a:srgbClr val="9A512F"/>
                </a:solidFill>
                <a:latin typeface="Calibri"/>
                <a:ea typeface="Calibri"/>
                <a:cs typeface="Calibri"/>
              </a:rPr>
              <a:t>Designing and Evaluating a Retrieval-Augmented LLM System</a:t>
            </a:r>
          </a:p>
        </p:txBody>
      </p:sp>
      <p:sp>
        <p:nvSpPr>
          <p:cNvPr id="2" name="project">
            <a:extLst xmlns:a="http://schemas.openxmlformats.org/drawingml/2006/main">
              <a:ext uri="{FF2B5EF4-FFF2-40B4-BE49-F238E27FC236}">
                <a16:creationId xmlns:a16="http://schemas.microsoft.com/office/drawing/2014/main" id="{59947E47-0B85-4238-A2A9-4352E708DF43}"/>
              </a:ext>
            </a:extLst>
          </p:cNvPr>
          <p:cNvSpPr>
            <a:spLocks xmlns:a="http://schemas.openxmlformats.org/drawingml/2006/main" noGrp="1"/>
          </p:cNvSpPr>
          <p:nvPr/>
        </p:nvSpPr>
        <p:spPr>
          <a:xfrm xmlns:a="http://schemas.openxmlformats.org/drawingml/2006/main">
            <a:off x="762000" y="2476500"/>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300" b="1">
                <a:solidFill>
                  <a:srgbClr val="282B29"/>
                </a:solidFill>
                <a:latin typeface="Calibri"/>
                <a:ea typeface="Calibri"/>
                <a:cs typeface="Calibri"/>
              </a:defRPr>
            </a:defPPr>
          </a:lstStyle>
          <a:p xmlns:a="http://schemas.openxmlformats.org/drawingml/2006/main">
            <a:pPr>
              <a:buNone/>
              <a:defRPr sz="3300" b="1">
                <a:solidFill>
                  <a:srgbClr val="282B29"/>
                </a:solidFill>
                <a:latin typeface="Calibri"/>
                <a:ea typeface="Calibri"/>
                <a:cs typeface="Calibri"/>
              </a:defRPr>
            </a:pPr>
            <a:r>
              <a:rPr sz="3300" b="1">
                <a:solidFill>
                  <a:srgbClr val="282B29"/>
                </a:solidFill>
                <a:latin typeface="Calibri"/>
                <a:ea typeface="Calibri"/>
                <a:cs typeface="Calibri"/>
              </a:rPr>
              <a:t>Research Paper Navigator</a:t>
            </a:r>
          </a:p>
        </p:txBody>
      </p:sp>
      <p:sp>
        <p:nvSpPr>
          <p:cNvPr id="3" name="name-scenario">
            <a:extLst xmlns:a="http://schemas.openxmlformats.org/drawingml/2006/main">
              <a:ext uri="{FF2B5EF4-FFF2-40B4-BE49-F238E27FC236}">
                <a16:creationId xmlns:a16="http://schemas.microsoft.com/office/drawing/2014/main" id="{E8E8DCED-E342-447A-A72F-2B4BAD5E2A55}"/>
              </a:ext>
            </a:extLst>
          </p:cNvPr>
          <p:cNvSpPr>
            <a:spLocks xmlns:a="http://schemas.openxmlformats.org/drawingml/2006/main" noGrp="1"/>
          </p:cNvSpPr>
          <p:nvPr/>
        </p:nvSpPr>
        <p:spPr>
          <a:xfrm xmlns:a="http://schemas.openxmlformats.org/drawingml/2006/main">
            <a:off x="762000" y="3238500"/>
            <a:ext cx="10668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250" b="0">
                <a:solidFill>
                  <a:srgbClr val="282B29"/>
                </a:solidFill>
                <a:latin typeface="Calibri"/>
                <a:ea typeface="Calibri"/>
                <a:cs typeface="Calibri"/>
              </a:defRPr>
            </a:defPPr>
          </a:lstStyle>
          <a:p xmlns:a="http://schemas.openxmlformats.org/drawingml/2006/main">
            <a:pPr>
              <a:buNone/>
              <a:defRPr sz="2250" b="0">
                <a:solidFill>
                  <a:srgbClr val="282B29"/>
                </a:solidFill>
                <a:latin typeface="Calibri"/>
                <a:ea typeface="Calibri"/>
                <a:cs typeface="Calibri"/>
              </a:defRPr>
            </a:pPr>
            <a:r>
              <a:rPr sz="2250" b="0">
                <a:solidFill>
                  <a:srgbClr val="282B29"/>
                </a:solidFill>
                <a:latin typeface="Calibri"/>
                <a:ea typeface="Calibri"/>
                <a:cs typeface="Calibri"/>
              </a:rPr>
              <a:t>Council Wooten III</a:t>
            </a:r>
          </a:p>
          <a:p xmlns:a="http://schemas.openxmlformats.org/drawingml/2006/main">
            <a:pPr>
              <a:buNone/>
              <a:defRPr sz="2250" b="0">
                <a:solidFill>
                  <a:srgbClr val="282B29"/>
                </a:solidFill>
                <a:latin typeface="Calibri"/>
                <a:ea typeface="Calibri"/>
                <a:cs typeface="Calibri"/>
              </a:defRPr>
            </a:pPr>
            <a:r>
              <a:rPr sz="2250" b="0">
                <a:solidFill>
                  <a:srgbClr val="282B29"/>
                </a:solidFill>
                <a:latin typeface="Calibri"/>
                <a:ea typeface="Calibri"/>
                <a:cs typeface="Calibri"/>
              </a:rPr>
              <a:t>Scenario: research-paper retrieval</a:t>
            </a:r>
          </a:p>
        </p:txBody>
      </p:sp>
      <p:sp>
        <p:nvSpPr>
          <p:cNvPr id="4" name="purpose">
            <a:extLst xmlns:a="http://schemas.openxmlformats.org/drawingml/2006/main">
              <a:ext uri="{FF2B5EF4-FFF2-40B4-BE49-F238E27FC236}">
                <a16:creationId xmlns:a16="http://schemas.microsoft.com/office/drawing/2014/main" id="{CBC57389-EC13-40D5-911A-AB92B27069EF}"/>
              </a:ext>
            </a:extLst>
          </p:cNvPr>
          <p:cNvSpPr>
            <a:spLocks xmlns:a="http://schemas.openxmlformats.org/drawingml/2006/main" noGrp="1"/>
          </p:cNvSpPr>
          <p:nvPr/>
        </p:nvSpPr>
        <p:spPr>
          <a:xfrm xmlns:a="http://schemas.openxmlformats.org/drawingml/2006/main">
            <a:off x="762000" y="4619625"/>
            <a:ext cx="1066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250" b="0">
                <a:solidFill>
                  <a:srgbClr val="282B29"/>
                </a:solidFill>
                <a:latin typeface="Calibri"/>
                <a:ea typeface="Calibri"/>
                <a:cs typeface="Calibri"/>
              </a:defRPr>
            </a:defPPr>
          </a:lstStyle>
          <a:p xmlns:a="http://schemas.openxmlformats.org/drawingml/2006/main">
            <a:pPr>
              <a:buNone/>
              <a:defRPr sz="2250" b="0">
                <a:solidFill>
                  <a:srgbClr val="282B29"/>
                </a:solidFill>
                <a:latin typeface="Calibri"/>
                <a:ea typeface="Calibri"/>
                <a:cs typeface="Calibri"/>
              </a:defRPr>
            </a:pPr>
            <a:r>
              <a:rPr sz="2250" b="0">
                <a:solidFill>
                  <a:srgbClr val="282B29"/>
                </a:solidFill>
                <a:latin typeface="Calibri"/>
                <a:ea typeface="Calibri"/>
                <a:cs typeface="Calibri"/>
              </a:rPr>
              <a:t>My system helps readers locate and compare research findings</a:t>
            </a:r>
          </a:p>
          <a:p xmlns:a="http://schemas.openxmlformats.org/drawingml/2006/main">
            <a:pPr>
              <a:buNone/>
              <a:defRPr sz="2250" b="0">
                <a:solidFill>
                  <a:srgbClr val="282B29"/>
                </a:solidFill>
                <a:latin typeface="Calibri"/>
                <a:ea typeface="Calibri"/>
                <a:cs typeface="Calibri"/>
              </a:defRPr>
            </a:pPr>
            <a:r>
              <a:rPr sz="2250" b="0">
                <a:solidFill>
                  <a:srgbClr val="282B29"/>
                </a:solidFill>
                <a:latin typeface="Calibri"/>
                <a:ea typeface="Calibri"/>
                <a:cs typeface="Calibri"/>
              </a:rPr>
              <a:t>by connecting answers to retrieved paper pages.</a:t>
            </a:r>
          </a:p>
        </p:txBody>
      </p:sp>
    </p:spTree>
    <p:extLst>
      <p:ext uri="{BB962C8B-B14F-4D97-AF65-F5344CB8AC3E}">
        <p14:creationId xmlns:p14="http://schemas.microsoft.com/office/powerpoint/2010/main" val="20589599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F39E6CE-0C0B-4D15-84B7-FACF6E3435C8}"/>
              </a:ext>
            </a:extLst>
          </p:cNvPr>
          <p:cNvSpPr>
            <a:spLocks xmlns:a="http://schemas.openxmlformats.org/drawingml/2006/main" noGrp="1"/>
          </p:cNvSpPr>
          <p:nvPr/>
        </p:nvSpPr>
        <p:spPr>
          <a:xfrm xmlns:a="http://schemas.openxmlformats.org/drawingml/2006/main">
            <a:off x="714375" y="152400"/>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850" b="1">
                <a:solidFill>
                  <a:srgbClr val="FFFFFF"/>
                </a:solidFill>
                <a:latin typeface="Calibri"/>
                <a:ea typeface="Calibri"/>
                <a:cs typeface="Calibri"/>
              </a:defRPr>
            </a:defPPr>
          </a:lstStyle>
          <a:p xmlns:a="http://schemas.openxmlformats.org/drawingml/2006/main">
            <a:pPr marL="0" indent="0" algn="ctr">
              <a:lnSpc>
                <a:spcPct val="112000"/>
              </a:lnSpc>
              <a:buNone/>
              <a:defRPr sz="2850" b="1">
                <a:solidFill>
                  <a:srgbClr val="FFFFFF"/>
                </a:solidFill>
                <a:latin typeface="Calibri"/>
                <a:ea typeface="Calibri"/>
                <a:cs typeface="Calibri"/>
              </a:defRPr>
            </a:pPr>
            <a:r>
              <a:rPr sz="2850" b="1">
                <a:solidFill>
                  <a:srgbClr val="FFFFFF"/>
                </a:solidFill>
                <a:latin typeface="Calibri"/>
                <a:ea typeface="Calibri"/>
                <a:cs typeface="Calibri"/>
              </a:rPr>
              <a:t>The Problem</a:t>
            </a:r>
          </a:p>
        </p:txBody>
      </p:sp>
      <p:sp>
        <p:nvSpPr>
          <p:cNvPr id="2" name="">
            <a:extLst xmlns:a="http://schemas.openxmlformats.org/drawingml/2006/main">
              <a:ext uri="{FF2B5EF4-FFF2-40B4-BE49-F238E27FC236}">
                <a16:creationId xmlns:a16="http://schemas.microsoft.com/office/drawing/2014/main" id="{D8096443-FB3E-4E01-BBED-628A70101CC9}"/>
              </a:ext>
            </a:extLst>
          </p:cNvPr>
          <p:cNvSpPr>
            <a:spLocks xmlns:a="http://schemas.openxmlformats.org/drawingml/2006/main" noGrp="1"/>
          </p:cNvSpPr>
          <p:nvPr/>
        </p:nvSpPr>
        <p:spPr>
          <a:xfrm xmlns:a="http://schemas.openxmlformats.org/drawingml/2006/main">
            <a:off x="762000" y="1447800"/>
            <a:ext cx="3810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9A512F"/>
                </a:solidFill>
                <a:latin typeface="Calibri"/>
                <a:ea typeface="Calibri"/>
                <a:cs typeface="Calibri"/>
              </a:defRPr>
            </a:defPPr>
          </a:lstStyle>
          <a:p xmlns:a="http://schemas.openxmlformats.org/drawingml/2006/main">
            <a:pPr marL="0" indent="0" algn="l">
              <a:lnSpc>
                <a:spcPct val="112000"/>
              </a:lnSpc>
              <a:buNone/>
              <a:defRPr sz="5250" b="1">
                <a:solidFill>
                  <a:srgbClr val="9A512F"/>
                </a:solidFill>
                <a:latin typeface="Calibri"/>
                <a:ea typeface="Calibri"/>
                <a:cs typeface="Calibri"/>
              </a:defRPr>
            </a:pPr>
            <a:r>
              <a:rPr sz="5250" b="1">
                <a:solidFill>
                  <a:srgbClr val="9A512F"/>
                </a:solidFill>
                <a:latin typeface="Calibri"/>
                <a:ea typeface="Calibri"/>
                <a:cs typeface="Calibri"/>
              </a:rPr>
              <a:t>153</a:t>
            </a:r>
          </a:p>
        </p:txBody>
      </p:sp>
      <p:sp>
        <p:nvSpPr>
          <p:cNvPr id="3" name="">
            <a:extLst xmlns:a="http://schemas.openxmlformats.org/drawingml/2006/main">
              <a:ext uri="{FF2B5EF4-FFF2-40B4-BE49-F238E27FC236}">
                <a16:creationId xmlns:a16="http://schemas.microsoft.com/office/drawing/2014/main" id="{59781C98-3818-47FC-B7AA-D9AAAF69B927}"/>
              </a:ext>
            </a:extLst>
          </p:cNvPr>
          <p:cNvSpPr>
            <a:spLocks xmlns:a="http://schemas.openxmlformats.org/drawingml/2006/main" noGrp="1"/>
          </p:cNvSpPr>
          <p:nvPr/>
        </p:nvSpPr>
        <p:spPr>
          <a:xfrm xmlns:a="http://schemas.openxmlformats.org/drawingml/2006/main">
            <a:off x="762000" y="2257425"/>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82B29"/>
                </a:solidFill>
                <a:latin typeface="Calibri"/>
                <a:ea typeface="Calibri"/>
                <a:cs typeface="Calibri"/>
              </a:defRPr>
            </a:defPPr>
          </a:lstStyle>
          <a:p xmlns:a="http://schemas.openxmlformats.org/drawingml/2006/main">
            <a:pPr marL="0" indent="0" algn="l">
              <a:lnSpc>
                <a:spcPct val="112000"/>
              </a:lnSpc>
              <a:buNone/>
              <a:defRPr sz="2250" b="0">
                <a:solidFill>
                  <a:srgbClr val="282B29"/>
                </a:solidFill>
                <a:latin typeface="Calibri"/>
                <a:ea typeface="Calibri"/>
                <a:cs typeface="Calibri"/>
              </a:defRPr>
            </a:pPr>
            <a:r>
              <a:rPr sz="2250" b="0">
                <a:solidFill>
                  <a:srgbClr val="282B29"/>
                </a:solidFill>
                <a:latin typeface="Calibri"/>
                <a:ea typeface="Calibri"/>
                <a:cs typeface="Calibri"/>
              </a:rPr>
              <a:t>research PDFs</a:t>
            </a:r>
          </a:p>
        </p:txBody>
      </p:sp>
      <p:sp>
        <p:nvSpPr>
          <p:cNvPr id="4" name="">
            <a:extLst xmlns:a="http://schemas.openxmlformats.org/drawingml/2006/main">
              <a:ext uri="{FF2B5EF4-FFF2-40B4-BE49-F238E27FC236}">
                <a16:creationId xmlns:a16="http://schemas.microsoft.com/office/drawing/2014/main" id="{72272ACE-5EC4-4870-9E55-7F344B725D0A}"/>
              </a:ext>
            </a:extLst>
          </p:cNvPr>
          <p:cNvSpPr>
            <a:spLocks xmlns:a="http://schemas.openxmlformats.org/drawingml/2006/main" noGrp="1"/>
          </p:cNvSpPr>
          <p:nvPr/>
        </p:nvSpPr>
        <p:spPr>
          <a:xfrm xmlns:a="http://schemas.openxmlformats.org/drawingml/2006/main">
            <a:off x="6667500" y="1447800"/>
            <a:ext cx="428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9A512F"/>
                </a:solidFill>
                <a:latin typeface="Calibri"/>
                <a:ea typeface="Calibri"/>
                <a:cs typeface="Calibri"/>
              </a:defRPr>
            </a:defPPr>
          </a:lstStyle>
          <a:p xmlns:a="http://schemas.openxmlformats.org/drawingml/2006/main">
            <a:pPr marL="0" indent="0" algn="l">
              <a:lnSpc>
                <a:spcPct val="112000"/>
              </a:lnSpc>
              <a:buNone/>
              <a:defRPr sz="5250" b="1">
                <a:solidFill>
                  <a:srgbClr val="9A512F"/>
                </a:solidFill>
                <a:latin typeface="Calibri"/>
                <a:ea typeface="Calibri"/>
                <a:cs typeface="Calibri"/>
              </a:defRPr>
            </a:pPr>
            <a:r>
              <a:rPr sz="5250" b="1">
                <a:solidFill>
                  <a:srgbClr val="9A512F"/>
                </a:solidFill>
                <a:latin typeface="Calibri"/>
                <a:ea typeface="Calibri"/>
                <a:cs typeface="Calibri"/>
              </a:rPr>
              <a:t>6,059</a:t>
            </a:r>
          </a:p>
        </p:txBody>
      </p:sp>
      <p:sp>
        <p:nvSpPr>
          <p:cNvPr id="5" name="">
            <a:extLst xmlns:a="http://schemas.openxmlformats.org/drawingml/2006/main">
              <a:ext uri="{FF2B5EF4-FFF2-40B4-BE49-F238E27FC236}">
                <a16:creationId xmlns:a16="http://schemas.microsoft.com/office/drawing/2014/main" id="{4EBBAC69-B873-43DB-AA1A-B86444A2E554}"/>
              </a:ext>
            </a:extLst>
          </p:cNvPr>
          <p:cNvSpPr>
            <a:spLocks xmlns:a="http://schemas.openxmlformats.org/drawingml/2006/main" noGrp="1"/>
          </p:cNvSpPr>
          <p:nvPr/>
        </p:nvSpPr>
        <p:spPr>
          <a:xfrm xmlns:a="http://schemas.openxmlformats.org/drawingml/2006/main">
            <a:off x="6667500" y="2257425"/>
            <a:ext cx="428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82B29"/>
                </a:solidFill>
                <a:latin typeface="Calibri"/>
                <a:ea typeface="Calibri"/>
                <a:cs typeface="Calibri"/>
              </a:defRPr>
            </a:defPPr>
          </a:lstStyle>
          <a:p xmlns:a="http://schemas.openxmlformats.org/drawingml/2006/main">
            <a:pPr marL="0" indent="0" algn="l">
              <a:lnSpc>
                <a:spcPct val="112000"/>
              </a:lnSpc>
              <a:buNone/>
              <a:defRPr sz="2250" b="0">
                <a:solidFill>
                  <a:srgbClr val="282B29"/>
                </a:solidFill>
                <a:latin typeface="Calibri"/>
                <a:ea typeface="Calibri"/>
                <a:cs typeface="Calibri"/>
              </a:defRPr>
            </a:pPr>
            <a:r>
              <a:rPr sz="2250" b="0">
                <a:solidFill>
                  <a:srgbClr val="282B29"/>
                </a:solidFill>
                <a:latin typeface="Calibri"/>
                <a:ea typeface="Calibri"/>
                <a:cs typeface="Calibri"/>
              </a:rPr>
              <a:t>readable pages</a:t>
            </a:r>
          </a:p>
        </p:txBody>
      </p:sp>
      <p:sp>
        <p:nvSpPr>
          <p:cNvPr id="6" name="">
            <a:extLst xmlns:a="http://schemas.openxmlformats.org/drawingml/2006/main">
              <a:ext uri="{FF2B5EF4-FFF2-40B4-BE49-F238E27FC236}">
                <a16:creationId xmlns:a16="http://schemas.microsoft.com/office/drawing/2014/main" id="{58DA18A1-18D9-4D29-B4D1-BD6F0A333281}"/>
              </a:ext>
            </a:extLst>
          </p:cNvPr>
          <p:cNvSpPr>
            <a:spLocks xmlns:a="http://schemas.openxmlformats.org/drawingml/2006/main" noGrp="1"/>
          </p:cNvSpPr>
          <p:nvPr/>
        </p:nvSpPr>
        <p:spPr>
          <a:xfrm xmlns:a="http://schemas.openxmlformats.org/drawingml/2006/main">
            <a:off x="762000" y="2952750"/>
            <a:ext cx="10668000" cy="0"/>
          </a:xfrm>
          <a:prstGeom xmlns:a="http://schemas.openxmlformats.org/drawingml/2006/main" prst="line">
            <a:avLst/>
          </a:prstGeom>
          <a:noFill xmlns:a="http://schemas.openxmlformats.org/drawingml/2006/main"/>
          <a:ln xmlns:a="http://schemas.openxmlformats.org/drawingml/2006/main" w="9525">
            <a:solidFill>
              <a:srgbClr val="CFC7BB"/>
            </a:solidFill>
          </a:ln>
        </p:spPr>
      </p:sp>
      <p:sp>
        <p:nvSpPr>
          <p:cNvPr id="7" name="">
            <a:extLst xmlns:a="http://schemas.openxmlformats.org/drawingml/2006/main">
              <a:ext uri="{FF2B5EF4-FFF2-40B4-BE49-F238E27FC236}">
                <a16:creationId xmlns:a16="http://schemas.microsoft.com/office/drawing/2014/main" id="{CE7067B1-4939-408C-B57A-DA2504C03AC1}"/>
              </a:ext>
            </a:extLst>
          </p:cNvPr>
          <p:cNvSpPr>
            <a:spLocks xmlns:a="http://schemas.openxmlformats.org/drawingml/2006/main" noGrp="1"/>
          </p:cNvSpPr>
          <p:nvPr/>
        </p:nvSpPr>
        <p:spPr>
          <a:xfrm xmlns:a="http://schemas.openxmlformats.org/drawingml/2006/main">
            <a:off x="762000" y="332422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9A512F"/>
                </a:solidFill>
                <a:latin typeface="Calibri"/>
                <a:ea typeface="Calibri"/>
                <a:cs typeface="Calibri"/>
              </a:defRPr>
            </a:defPPr>
          </a:lstStyle>
          <a:p xmlns:a="http://schemas.openxmlformats.org/drawingml/2006/main">
            <a:pPr marL="0" indent="0" algn="l">
              <a:lnSpc>
                <a:spcPct val="112000"/>
              </a:lnSpc>
              <a:buNone/>
              <a:defRPr sz="2400" b="1">
                <a:solidFill>
                  <a:srgbClr val="9A512F"/>
                </a:solidFill>
                <a:latin typeface="Calibri"/>
                <a:ea typeface="Calibri"/>
                <a:cs typeface="Calibri"/>
              </a:defRPr>
            </a:pPr>
            <a:r>
              <a:rPr sz="2400" b="1">
                <a:solidFill>
                  <a:srgbClr val="9A512F"/>
                </a:solidFill>
                <a:latin typeface="Calibri"/>
                <a:ea typeface="Calibri"/>
                <a:cs typeface="Calibri"/>
              </a:rPr>
              <a:t>Find a reported result</a:t>
            </a:r>
          </a:p>
        </p:txBody>
      </p:sp>
      <p:sp>
        <p:nvSpPr>
          <p:cNvPr id="8" name="">
            <a:extLst xmlns:a="http://schemas.openxmlformats.org/drawingml/2006/main">
              <a:ext uri="{FF2B5EF4-FFF2-40B4-BE49-F238E27FC236}">
                <a16:creationId xmlns:a16="http://schemas.microsoft.com/office/drawing/2014/main" id="{9C0C7D75-5719-46EA-920F-E43B90FBEA49}"/>
              </a:ext>
            </a:extLst>
          </p:cNvPr>
          <p:cNvSpPr>
            <a:spLocks xmlns:a="http://schemas.openxmlformats.org/drawingml/2006/main" noGrp="1"/>
          </p:cNvSpPr>
          <p:nvPr/>
        </p:nvSpPr>
        <p:spPr>
          <a:xfrm xmlns:a="http://schemas.openxmlformats.org/drawingml/2006/main">
            <a:off x="762000" y="3914775"/>
            <a:ext cx="4857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82B29"/>
                </a:solidFill>
                <a:latin typeface="Calibri"/>
                <a:ea typeface="Calibri"/>
                <a:cs typeface="Calibri"/>
              </a:defRPr>
            </a:defPPr>
          </a:lstStyle>
          <a:p xmlns:a="http://schemas.openxmlformats.org/drawingml/2006/main">
            <a:pPr marL="0" indent="0" algn="l">
              <a:lnSpc>
                <a:spcPct val="112000"/>
              </a:lnSpc>
              <a:buNone/>
              <a:defRPr sz="2250" b="0">
                <a:solidFill>
                  <a:srgbClr val="282B29"/>
                </a:solidFill>
                <a:latin typeface="Calibri"/>
                <a:ea typeface="Calibri"/>
                <a:cs typeface="Calibri"/>
              </a:defRPr>
            </a:pPr>
            <a:r>
              <a:rPr sz="2250" b="0">
                <a:solidFill>
                  <a:srgbClr val="282B29"/>
                </a:solidFill>
                <a:latin typeface="Calibri"/>
                <a:ea typeface="Calibri"/>
                <a:cs typeface="Calibri"/>
              </a:rPr>
              <a:t>Which paper and page support it?</a:t>
            </a:r>
          </a:p>
        </p:txBody>
      </p:sp>
      <p:sp>
        <p:nvSpPr>
          <p:cNvPr id="9" name="">
            <a:extLst xmlns:a="http://schemas.openxmlformats.org/drawingml/2006/main">
              <a:ext uri="{FF2B5EF4-FFF2-40B4-BE49-F238E27FC236}">
                <a16:creationId xmlns:a16="http://schemas.microsoft.com/office/drawing/2014/main" id="{07894E0D-77D8-4890-A03F-BF10D141FD16}"/>
              </a:ext>
            </a:extLst>
          </p:cNvPr>
          <p:cNvSpPr>
            <a:spLocks xmlns:a="http://schemas.openxmlformats.org/drawingml/2006/main" noGrp="1"/>
          </p:cNvSpPr>
          <p:nvPr/>
        </p:nvSpPr>
        <p:spPr>
          <a:xfrm xmlns:a="http://schemas.openxmlformats.org/drawingml/2006/main">
            <a:off x="6667500" y="33242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9A512F"/>
                </a:solidFill>
                <a:latin typeface="Calibri"/>
                <a:ea typeface="Calibri"/>
                <a:cs typeface="Calibri"/>
              </a:defRPr>
            </a:defPPr>
          </a:lstStyle>
          <a:p xmlns:a="http://schemas.openxmlformats.org/drawingml/2006/main">
            <a:pPr marL="0" indent="0" algn="l">
              <a:lnSpc>
                <a:spcPct val="112000"/>
              </a:lnSpc>
              <a:buNone/>
              <a:defRPr sz="2400" b="1">
                <a:solidFill>
                  <a:srgbClr val="9A512F"/>
                </a:solidFill>
                <a:latin typeface="Calibri"/>
                <a:ea typeface="Calibri"/>
                <a:cs typeface="Calibri"/>
              </a:defRPr>
            </a:pPr>
            <a:r>
              <a:rPr sz="2400" b="1">
                <a:solidFill>
                  <a:srgbClr val="9A512F"/>
                </a:solidFill>
                <a:latin typeface="Calibri"/>
                <a:ea typeface="Calibri"/>
                <a:cs typeface="Calibri"/>
              </a:rPr>
              <a:t>Compare methods</a:t>
            </a:r>
          </a:p>
        </p:txBody>
      </p:sp>
      <p:sp>
        <p:nvSpPr>
          <p:cNvPr id="10" name="">
            <a:extLst xmlns:a="http://schemas.openxmlformats.org/drawingml/2006/main">
              <a:ext uri="{FF2B5EF4-FFF2-40B4-BE49-F238E27FC236}">
                <a16:creationId xmlns:a16="http://schemas.microsoft.com/office/drawing/2014/main" id="{E669EA5E-E135-4DC0-AEEF-AAA8C985B614}"/>
              </a:ext>
            </a:extLst>
          </p:cNvPr>
          <p:cNvSpPr>
            <a:spLocks xmlns:a="http://schemas.openxmlformats.org/drawingml/2006/main" noGrp="1"/>
          </p:cNvSpPr>
          <p:nvPr/>
        </p:nvSpPr>
        <p:spPr>
          <a:xfrm xmlns:a="http://schemas.openxmlformats.org/drawingml/2006/main">
            <a:off x="6667500" y="3914775"/>
            <a:ext cx="4762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82B29"/>
                </a:solidFill>
                <a:latin typeface="Calibri"/>
                <a:ea typeface="Calibri"/>
                <a:cs typeface="Calibri"/>
              </a:defRPr>
            </a:defPPr>
          </a:lstStyle>
          <a:p xmlns:a="http://schemas.openxmlformats.org/drawingml/2006/main">
            <a:pPr marL="0" indent="0" algn="l">
              <a:lnSpc>
                <a:spcPct val="112000"/>
              </a:lnSpc>
              <a:buNone/>
              <a:defRPr sz="2250" b="0">
                <a:solidFill>
                  <a:srgbClr val="282B29"/>
                </a:solidFill>
                <a:latin typeface="Calibri"/>
                <a:ea typeface="Calibri"/>
                <a:cs typeface="Calibri"/>
              </a:defRPr>
            </a:pPr>
            <a:r>
              <a:rPr sz="2250" b="0">
                <a:solidFill>
                  <a:srgbClr val="282B29"/>
                </a:solidFill>
                <a:latin typeface="Calibri"/>
                <a:ea typeface="Calibri"/>
                <a:cs typeface="Calibri"/>
              </a:rPr>
              <a:t>Does each part have enough evidence?</a:t>
            </a:r>
          </a:p>
        </p:txBody>
      </p:sp>
      <p:sp>
        <p:nvSpPr>
          <p:cNvPr id="11" name="">
            <a:extLst xmlns:a="http://schemas.openxmlformats.org/drawingml/2006/main">
              <a:ext uri="{FF2B5EF4-FFF2-40B4-BE49-F238E27FC236}">
                <a16:creationId xmlns:a16="http://schemas.microsoft.com/office/drawing/2014/main" id="{6D8019B9-5382-4B8D-9C4D-3DF7DE113CC4}"/>
              </a:ext>
            </a:extLst>
          </p:cNvPr>
          <p:cNvSpPr>
            <a:spLocks xmlns:a="http://schemas.openxmlformats.org/drawingml/2006/main" noGrp="1"/>
          </p:cNvSpPr>
          <p:nvPr/>
        </p:nvSpPr>
        <p:spPr>
          <a:xfrm xmlns:a="http://schemas.openxmlformats.org/drawingml/2006/main">
            <a:off x="762000" y="52673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82B29"/>
                </a:solidFill>
                <a:latin typeface="Calibri"/>
                <a:ea typeface="Calibri"/>
                <a:cs typeface="Calibri"/>
              </a:defRPr>
            </a:defPPr>
          </a:lstStyle>
          <a:p xmlns:a="http://schemas.openxmlformats.org/drawingml/2006/main">
            <a:pPr marL="0" indent="0" algn="l">
              <a:lnSpc>
                <a:spcPct val="112000"/>
              </a:lnSpc>
              <a:buNone/>
              <a:defRPr sz="2250" b="0">
                <a:solidFill>
                  <a:srgbClr val="282B29"/>
                </a:solidFill>
                <a:latin typeface="Calibri"/>
                <a:ea typeface="Calibri"/>
                <a:cs typeface="Calibri"/>
              </a:defRPr>
            </a:pPr>
            <a:r>
              <a:rPr sz="2025" b="0">
                <a:solidFill>
                  <a:srgbClr val="282B29"/>
                </a:solidFill>
                <a:latin typeface="Calibri"/>
                <a:ea typeface="Calibri"/>
                <a:cs typeface="Calibri"/>
              </a:rPr>
              <a:t>For readers comparing research findings. Intended value: faster evidence review. Customer time savings remain unmeasured.</a:t>
            </a:r>
          </a:p>
        </p:txBody>
      </p:sp>
    </p:spTree>
    <p:extLst>
      <p:ext uri="{BB962C8B-B14F-4D97-AF65-F5344CB8AC3E}">
        <p14:creationId xmlns:p14="http://schemas.microsoft.com/office/powerpoint/2010/main" val="51005750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18F449E6-8FE0-4866-A4A3-9F8387603F91}"/>
              </a:ext>
            </a:extLst>
          </p:cNvPr>
          <p:cNvCxnSpPr>
            <a:stCxn xmlns:a="http://schemas.openxmlformats.org/drawingml/2006/main" id="10" idx="3"/>
            <a:endCxn xmlns:a="http://schemas.openxmlformats.org/drawingml/2006/main" id="11" idx="1"/>
          </p:cNvCxnSpPr>
          <p:nvPr/>
        </p:nvCxnSpPr>
        <p:spPr>
          <a:xfrm xmlns:a="http://schemas.openxmlformats.org/drawingml/2006/main">
            <a:off x="7239000" y="4829175"/>
            <a:ext cx="1762125" cy="0"/>
          </a:xfrm>
          <a:prstGeom xmlns:a="http://schemas.openxmlformats.org/drawingml/2006/main" prst="straightConnector1">
            <a:avLst/>
          </a:prstGeom>
          <a:ln xmlns:a="http://schemas.openxmlformats.org/drawingml/2006/main" w="19050">
            <a:solidFill>
              <a:srgbClr val="625F58"/>
            </a:solidFill>
            <a:tailEnd type="triangle" w="sm" len="sm"/>
          </a:ln>
        </p:spPr>
      </p:cxnSp>
      <p:cxnSp>
        <p:nvCxnSpPr>
          <p:cNvPr id="14" name="">
            <a:extLst xmlns:a="http://schemas.openxmlformats.org/drawingml/2006/main">
              <a:ext uri="{FF2B5EF4-FFF2-40B4-BE49-F238E27FC236}">
                <a16:creationId xmlns:a16="http://schemas.microsoft.com/office/drawing/2014/main" id="{AD041517-087F-4333-B47E-58F4B3639DB8}"/>
              </a:ext>
            </a:extLst>
          </p:cNvPr>
          <p:cNvCxnSpPr>
            <a:stCxn xmlns:a="http://schemas.openxmlformats.org/drawingml/2006/main" id="9" idx="3"/>
            <a:endCxn xmlns:a="http://schemas.openxmlformats.org/drawingml/2006/main" id="10" idx="1"/>
          </p:cNvCxnSpPr>
          <p:nvPr/>
        </p:nvCxnSpPr>
        <p:spPr>
          <a:xfrm xmlns:a="http://schemas.openxmlformats.org/drawingml/2006/main">
            <a:off x="3000375" y="4829175"/>
            <a:ext cx="857250" cy="0"/>
          </a:xfrm>
          <a:prstGeom xmlns:a="http://schemas.openxmlformats.org/drawingml/2006/main" prst="straightConnector1">
            <a:avLst/>
          </a:prstGeom>
          <a:ln xmlns:a="http://schemas.openxmlformats.org/drawingml/2006/main" w="19050">
            <a:solidFill>
              <a:srgbClr val="625F58"/>
            </a:solidFill>
            <a:headEnd type="triangle" w="sm" len="sm"/>
            <a:tailEnd type="triangle" w="sm" len="sm"/>
          </a:ln>
        </p:spPr>
      </p:cxnSp>
      <p:cxnSp>
        <p:nvCxnSpPr>
          <p:cNvPr id="12" name="">
            <a:extLst xmlns:a="http://schemas.openxmlformats.org/drawingml/2006/main">
              <a:ext uri="{FF2B5EF4-FFF2-40B4-BE49-F238E27FC236}">
                <a16:creationId xmlns:a16="http://schemas.microsoft.com/office/drawing/2014/main" id="{3C84011A-E3F8-4C8B-BDFD-4B99CBE0617C}"/>
              </a:ext>
            </a:extLst>
          </p:cNvPr>
          <p:cNvCxnSpPr>
            <a:stCxn xmlns:a="http://schemas.openxmlformats.org/drawingml/2006/main" id="4" idx="2"/>
            <a:endCxn xmlns:a="http://schemas.openxmlformats.org/drawingml/2006/main" id="10" idx="0"/>
          </p:cNvCxnSpPr>
          <p:nvPr/>
        </p:nvCxnSpPr>
        <p:spPr>
          <a:xfrm xmlns:a="http://schemas.openxmlformats.org/drawingml/2006/main">
            <a:off x="5548313" y="3333750"/>
            <a:ext cx="0" cy="962025"/>
          </a:xfrm>
          <a:prstGeom xmlns:a="http://schemas.openxmlformats.org/drawingml/2006/main" prst="straightConnector1">
            <a:avLst/>
          </a:prstGeom>
          <a:ln xmlns:a="http://schemas.openxmlformats.org/drawingml/2006/main" w="19050">
            <a:solidFill>
              <a:srgbClr val="625F58"/>
            </a:solidFill>
            <a:tailEnd type="triangle" w="sm" len="sm"/>
          </a:ln>
        </p:spPr>
      </p:cxnSp>
      <p:cxnSp>
        <p:nvCxnSpPr>
          <p:cNvPr id="7" name="">
            <a:extLst xmlns:a="http://schemas.openxmlformats.org/drawingml/2006/main">
              <a:ext uri="{FF2B5EF4-FFF2-40B4-BE49-F238E27FC236}">
                <a16:creationId xmlns:a16="http://schemas.microsoft.com/office/drawing/2014/main" id="{284B5A39-5CB0-4269-97C9-4ECABE08EB48}"/>
              </a:ext>
            </a:extLst>
          </p:cNvPr>
          <p:cNvCxnSpPr>
            <a:stCxn xmlns:a="http://schemas.openxmlformats.org/drawingml/2006/main" id="4" idx="3"/>
            <a:endCxn xmlns:a="http://schemas.openxmlformats.org/drawingml/2006/main" id="5" idx="1"/>
          </p:cNvCxnSpPr>
          <p:nvPr/>
        </p:nvCxnSpPr>
        <p:spPr>
          <a:xfrm xmlns:a="http://schemas.openxmlformats.org/drawingml/2006/main">
            <a:off x="7239000" y="2838450"/>
            <a:ext cx="1762125" cy="0"/>
          </a:xfrm>
          <a:prstGeom xmlns:a="http://schemas.openxmlformats.org/drawingml/2006/main" prst="straightConnector1">
            <a:avLst/>
          </a:prstGeom>
          <a:ln xmlns:a="http://schemas.openxmlformats.org/drawingml/2006/main" w="19050">
            <a:solidFill>
              <a:srgbClr val="625F58"/>
            </a:solidFill>
            <a:tailEnd type="triangle" w="sm" len="sm"/>
          </a:ln>
        </p:spPr>
      </p:cxnSp>
      <p:cxnSp>
        <p:nvCxnSpPr>
          <p:cNvPr id="6" name="">
            <a:extLst xmlns:a="http://schemas.openxmlformats.org/drawingml/2006/main">
              <a:ext uri="{FF2B5EF4-FFF2-40B4-BE49-F238E27FC236}">
                <a16:creationId xmlns:a16="http://schemas.microsoft.com/office/drawing/2014/main" id="{530B6F08-49A8-40B2-9E15-0CB14FE5D4E2}"/>
              </a:ext>
            </a:extLst>
          </p:cNvPr>
          <p:cNvCxnSpPr>
            <a:stCxn xmlns:a="http://schemas.openxmlformats.org/drawingml/2006/main" id="3" idx="3"/>
            <a:endCxn xmlns:a="http://schemas.openxmlformats.org/drawingml/2006/main" id="4" idx="1"/>
          </p:cNvCxnSpPr>
          <p:nvPr/>
        </p:nvCxnSpPr>
        <p:spPr>
          <a:xfrm xmlns:a="http://schemas.openxmlformats.org/drawingml/2006/main">
            <a:off x="3000375" y="2838450"/>
            <a:ext cx="857250" cy="0"/>
          </a:xfrm>
          <a:prstGeom xmlns:a="http://schemas.openxmlformats.org/drawingml/2006/main" prst="straightConnector1">
            <a:avLst/>
          </a:prstGeom>
          <a:ln xmlns:a="http://schemas.openxmlformats.org/drawingml/2006/main" w="19050">
            <a:solidFill>
              <a:srgbClr val="625F58"/>
            </a:solidFill>
            <a:tailEnd type="triangle" w="sm" len="sm"/>
          </a:ln>
        </p:spPr>
      </p:cxnSp>
      <p:sp>
        <p:nvSpPr>
          <p:cNvPr id="20" name="">
            <a:extLst xmlns:a="http://schemas.openxmlformats.org/drawingml/2006/main">
              <a:ext uri="{FF2B5EF4-FFF2-40B4-BE49-F238E27FC236}">
                <a16:creationId xmlns:a16="http://schemas.microsoft.com/office/drawing/2014/main" id="{B5B40ACF-4447-4A5E-9520-395E3BBA911C}"/>
              </a:ext>
            </a:extLst>
          </p:cNvPr>
          <p:cNvSpPr>
            <a:spLocks xmlns:a="http://schemas.openxmlformats.org/drawingml/2006/main" noGrp="1"/>
          </p:cNvSpPr>
          <p:nvPr/>
        </p:nvSpPr>
        <p:spPr>
          <a:xfrm xmlns:a="http://schemas.openxmlformats.org/drawingml/2006/main">
            <a:off x="714375" y="552450"/>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9A512F"/>
                </a:solidFill>
                <a:latin typeface="Calibri"/>
                <a:ea typeface="Calibri"/>
                <a:cs typeface="Calibri"/>
              </a:defRPr>
            </a:defPPr>
          </a:lstStyle>
          <a:p xmlns:a="http://schemas.openxmlformats.org/drawingml/2006/main">
            <a:pPr marL="0" indent="0" algn="l">
              <a:lnSpc>
                <a:spcPct val="112000"/>
              </a:lnSpc>
              <a:buNone/>
              <a:defRPr sz="2850" b="1">
                <a:solidFill>
                  <a:srgbClr val="9A512F"/>
                </a:solidFill>
                <a:latin typeface="Calibri"/>
                <a:ea typeface="Calibri"/>
                <a:cs typeface="Calibri"/>
              </a:defRPr>
            </a:pPr>
            <a:r>
              <a:rPr sz="2850" b="1">
                <a:solidFill>
                  <a:srgbClr val="9A512F"/>
                </a:solidFill>
                <a:latin typeface="Calibri"/>
                <a:ea typeface="Calibri"/>
                <a:cs typeface="Calibri"/>
              </a:rPr>
              <a:t>The Solution</a:t>
            </a:r>
          </a:p>
        </p:txBody>
      </p:sp>
      <p:sp>
        <p:nvSpPr>
          <p:cNvPr id="2" name="">
            <a:extLst xmlns:a="http://schemas.openxmlformats.org/drawingml/2006/main">
              <a:ext uri="{FF2B5EF4-FFF2-40B4-BE49-F238E27FC236}">
                <a16:creationId xmlns:a16="http://schemas.microsoft.com/office/drawing/2014/main" id="{EFA9E06E-BB69-4517-B469-FA33F4A8F3D5}"/>
              </a:ext>
            </a:extLst>
          </p:cNvPr>
          <p:cNvSpPr>
            <a:spLocks xmlns:a="http://schemas.openxmlformats.org/drawingml/2006/main" noGrp="1"/>
          </p:cNvSpPr>
          <p:nvPr/>
        </p:nvSpPr>
        <p:spPr>
          <a:xfrm xmlns:a="http://schemas.openxmlformats.org/drawingml/2006/main">
            <a:off x="762000" y="13716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25F58"/>
                </a:solidFill>
                <a:latin typeface="Calibri"/>
                <a:ea typeface="Calibri"/>
                <a:cs typeface="Calibri"/>
              </a:defRPr>
            </a:defPPr>
          </a:lstStyle>
          <a:p xmlns:a="http://schemas.openxmlformats.org/drawingml/2006/main">
            <a:pPr marL="0" indent="0" algn="l">
              <a:lnSpc>
                <a:spcPct val="112000"/>
              </a:lnSpc>
              <a:buNone/>
              <a:defRPr sz="2100" b="0">
                <a:solidFill>
                  <a:srgbClr val="625F58"/>
                </a:solidFill>
                <a:latin typeface="Calibri"/>
                <a:ea typeface="Calibri"/>
                <a:cs typeface="Calibri"/>
              </a:defRPr>
            </a:pPr>
            <a:r>
              <a:rPr sz="2100" b="0">
                <a:solidFill>
                  <a:srgbClr val="625F58"/>
                </a:solidFill>
                <a:latin typeface="Calibri"/>
                <a:ea typeface="Calibri"/>
                <a:cs typeface="Calibri"/>
              </a:rPr>
              <a:t>Workflow: PDF page extraction, keyword ranking, bounded model planning</a:t>
            </a:r>
          </a:p>
        </p:txBody>
      </p:sp>
      <p:sp>
        <p:nvSpPr>
          <p:cNvPr id="3" name="">
            <a:extLst xmlns:a="http://schemas.openxmlformats.org/drawingml/2006/main">
              <a:ext uri="{FF2B5EF4-FFF2-40B4-BE49-F238E27FC236}">
                <a16:creationId xmlns:a16="http://schemas.microsoft.com/office/drawing/2014/main" id="{604C92A7-F310-4084-8FC2-62619557A7BB}"/>
              </a:ext>
            </a:extLst>
          </p:cNvPr>
          <p:cNvSpPr>
            <a:spLocks xmlns:a="http://schemas.openxmlformats.org/drawingml/2006/main" noGrp="1"/>
          </p:cNvSpPr>
          <p:nvPr/>
        </p:nvSpPr>
        <p:spPr>
          <a:xfrm xmlns:a="http://schemas.openxmlformats.org/drawingml/2006/main">
            <a:off x="762000" y="2343150"/>
            <a:ext cx="2238375" cy="990600"/>
          </a:xfrm>
          <a:prstGeom xmlns:a="http://schemas.openxmlformats.org/drawingml/2006/main" prst="rect">
            <a:avLst/>
          </a:prstGeom>
          <a:solidFill xmlns:a="http://schemas.openxmlformats.org/drawingml/2006/main">
            <a:srgbClr val="F0ECE4"/>
          </a:solidFill>
          <a:ln xmlns:a="http://schemas.openxmlformats.org/drawingml/2006/main" w="14288">
            <a:solidFill>
              <a:srgbClr val="898176"/>
            </a:solidFill>
          </a:ln>
        </p:spPr>
        <p:txBody>
          <a:bodyPr xmlns:a="http://schemas.openxmlformats.org/drawingml/2006/main" lIns="95250" tIns="95250" rIns="95250" bIns="95250" anchor="ctr">
            <a:noAutofit/>
          </a:bodyPr>
          <a:lstStyle xmlns:a="http://schemas.openxmlformats.org/drawingml/2006/main">
            <a:defPPr algn="ctr">
              <a:defRPr sz="1875">
                <a:solidFill>
                  <a:srgbClr val="282B29"/>
                </a:solidFill>
                <a:latin typeface="Calibri"/>
                <a:ea typeface="Calibri"/>
                <a:cs typeface="Calibri"/>
              </a:defRPr>
            </a:defPPr>
          </a:lstStyle>
          <a:p xmlns:a="http://schemas.openxmlformats.org/drawingml/2006/main">
            <a:pPr marL="0" indent="0" algn="ctr">
              <a:buNone/>
              <a:defRPr sz="1875">
                <a:solidFill>
                  <a:srgbClr val="282B29"/>
                </a:solidFill>
                <a:latin typeface="Calibri"/>
                <a:ea typeface="Calibri"/>
                <a:cs typeface="Calibri"/>
              </a:defRPr>
            </a:pPr>
            <a:r>
              <a:rPr sz="1875">
                <a:solidFill>
                  <a:srgbClr val="282B29"/>
                </a:solidFill>
                <a:latin typeface="Calibri"/>
                <a:ea typeface="Calibri"/>
                <a:cs typeface="Calibri"/>
              </a:rPr>
              <a:t>Question</a:t>
            </a:r>
          </a:p>
          <a:p xmlns:a="http://schemas.openxmlformats.org/drawingml/2006/main">
            <a:pPr marL="0" indent="0" algn="ctr">
              <a:buNone/>
              <a:defRPr sz="1875">
                <a:solidFill>
                  <a:srgbClr val="282B29"/>
                </a:solidFill>
                <a:latin typeface="Calibri"/>
                <a:ea typeface="Calibri"/>
                <a:cs typeface="Calibri"/>
              </a:defRPr>
            </a:pPr>
            <a:r>
              <a:rPr sz="1875">
                <a:solidFill>
                  <a:srgbClr val="282B29"/>
                </a:solidFill>
                <a:latin typeface="Calibri"/>
                <a:ea typeface="Calibri"/>
                <a:cs typeface="Calibri"/>
              </a:rPr>
              <a:t>Input checks</a:t>
            </a:r>
          </a:p>
        </p:txBody>
      </p:sp>
      <p:sp>
        <p:nvSpPr>
          <p:cNvPr id="4" name="">
            <a:extLst xmlns:a="http://schemas.openxmlformats.org/drawingml/2006/main">
              <a:ext uri="{FF2B5EF4-FFF2-40B4-BE49-F238E27FC236}">
                <a16:creationId xmlns:a16="http://schemas.microsoft.com/office/drawing/2014/main" id="{05611D98-1CFF-4AA4-B2E8-97F262149A9E}"/>
              </a:ext>
            </a:extLst>
          </p:cNvPr>
          <p:cNvSpPr>
            <a:spLocks xmlns:a="http://schemas.openxmlformats.org/drawingml/2006/main" noGrp="1"/>
          </p:cNvSpPr>
          <p:nvPr/>
        </p:nvSpPr>
        <p:spPr>
          <a:xfrm xmlns:a="http://schemas.openxmlformats.org/drawingml/2006/main">
            <a:off x="3857625" y="2343150"/>
            <a:ext cx="3381375" cy="990600"/>
          </a:xfrm>
          <a:prstGeom xmlns:a="http://schemas.openxmlformats.org/drawingml/2006/main" prst="rect">
            <a:avLst/>
          </a:prstGeom>
          <a:solidFill xmlns:a="http://schemas.openxmlformats.org/drawingml/2006/main">
            <a:srgbClr val="F0ECE4"/>
          </a:solidFill>
          <a:ln xmlns:a="http://schemas.openxmlformats.org/drawingml/2006/main" w="14288">
            <a:solidFill>
              <a:srgbClr val="898176"/>
            </a:solidFill>
          </a:ln>
        </p:spPr>
        <p:txBody>
          <a:bodyPr xmlns:a="http://schemas.openxmlformats.org/drawingml/2006/main" lIns="95250" tIns="95250" rIns="95250" bIns="95250" anchor="ctr">
            <a:noAutofit/>
          </a:bodyPr>
          <a:lstStyle xmlns:a="http://schemas.openxmlformats.org/drawingml/2006/main">
            <a:defPPr algn="ctr">
              <a:defRPr sz="1875">
                <a:solidFill>
                  <a:srgbClr val="282B29"/>
                </a:solidFill>
                <a:latin typeface="Calibri"/>
                <a:ea typeface="Calibri"/>
                <a:cs typeface="Calibri"/>
              </a:defRPr>
            </a:defPPr>
          </a:lstStyle>
          <a:p xmlns:a="http://schemas.openxmlformats.org/drawingml/2006/main">
            <a:pPr marL="0" indent="0" algn="ctr">
              <a:buNone/>
              <a:defRPr sz="1875">
                <a:solidFill>
                  <a:srgbClr val="282B29"/>
                </a:solidFill>
                <a:latin typeface="Calibri"/>
                <a:ea typeface="Calibri"/>
                <a:cs typeface="Calibri"/>
              </a:defRPr>
            </a:pPr>
            <a:r>
              <a:rPr sz="1875">
                <a:solidFill>
                  <a:srgbClr val="282B29"/>
                </a:solidFill>
                <a:latin typeface="Calibri"/>
                <a:ea typeface="Calibri"/>
                <a:cs typeface="Calibri"/>
              </a:rPr>
              <a:t>Exact cache lookup</a:t>
            </a:r>
          </a:p>
          <a:p xmlns:a="http://schemas.openxmlformats.org/drawingml/2006/main">
            <a:pPr marL="0" indent="0" algn="ctr">
              <a:buNone/>
              <a:defRPr sz="1875">
                <a:solidFill>
                  <a:srgbClr val="282B29"/>
                </a:solidFill>
                <a:latin typeface="Calibri"/>
                <a:ea typeface="Calibri"/>
                <a:cs typeface="Calibri"/>
              </a:defRPr>
            </a:pPr>
            <a:r>
              <a:rPr sz="1875">
                <a:solidFill>
                  <a:srgbClr val="282B29"/>
                </a:solidFill>
                <a:latin typeface="Calibri"/>
                <a:ea typeface="Calibri"/>
                <a:cs typeface="Calibri"/>
              </a:rPr>
              <a:t>+ evidence revalidation</a:t>
            </a:r>
          </a:p>
        </p:txBody>
      </p:sp>
      <p:sp>
        <p:nvSpPr>
          <p:cNvPr id="5" name="">
            <a:extLst xmlns:a="http://schemas.openxmlformats.org/drawingml/2006/main">
              <a:ext uri="{FF2B5EF4-FFF2-40B4-BE49-F238E27FC236}">
                <a16:creationId xmlns:a16="http://schemas.microsoft.com/office/drawing/2014/main" id="{C8EDC5A6-AFC9-4B5B-8B11-FF11F71A109C}"/>
              </a:ext>
            </a:extLst>
          </p:cNvPr>
          <p:cNvSpPr>
            <a:spLocks xmlns:a="http://schemas.openxmlformats.org/drawingml/2006/main" noGrp="1"/>
          </p:cNvSpPr>
          <p:nvPr/>
        </p:nvSpPr>
        <p:spPr>
          <a:xfrm xmlns:a="http://schemas.openxmlformats.org/drawingml/2006/main">
            <a:off x="9001125" y="2343150"/>
            <a:ext cx="2571750" cy="990600"/>
          </a:xfrm>
          <a:prstGeom xmlns:a="http://schemas.openxmlformats.org/drawingml/2006/main" prst="rect">
            <a:avLst/>
          </a:prstGeom>
          <a:solidFill xmlns:a="http://schemas.openxmlformats.org/drawingml/2006/main">
            <a:srgbClr val="F0ECE4"/>
          </a:solidFill>
          <a:ln xmlns:a="http://schemas.openxmlformats.org/drawingml/2006/main" w="14288">
            <a:solidFill>
              <a:srgbClr val="898176"/>
            </a:solidFill>
          </a:ln>
        </p:spPr>
        <p:txBody>
          <a:bodyPr xmlns:a="http://schemas.openxmlformats.org/drawingml/2006/main" lIns="95250" tIns="95250" rIns="95250" bIns="95250" anchor="ctr">
            <a:noAutofit/>
          </a:bodyPr>
          <a:lstStyle xmlns:a="http://schemas.openxmlformats.org/drawingml/2006/main">
            <a:defPPr algn="ctr">
              <a:defRPr sz="1875">
                <a:solidFill>
                  <a:srgbClr val="282B29"/>
                </a:solidFill>
                <a:latin typeface="Calibri"/>
                <a:ea typeface="Calibri"/>
                <a:cs typeface="Calibri"/>
              </a:defRPr>
            </a:defPPr>
          </a:lstStyle>
          <a:p xmlns:a="http://schemas.openxmlformats.org/drawingml/2006/main">
            <a:pPr marL="0" indent="0" algn="ctr">
              <a:buNone/>
              <a:defRPr sz="1875">
                <a:solidFill>
                  <a:srgbClr val="282B29"/>
                </a:solidFill>
                <a:latin typeface="Calibri"/>
                <a:ea typeface="Calibri"/>
                <a:cs typeface="Calibri"/>
              </a:defRPr>
            </a:pPr>
            <a:r>
              <a:rPr sz="1875">
                <a:solidFill>
                  <a:srgbClr val="282B29"/>
                </a:solidFill>
                <a:latin typeface="Calibri"/>
                <a:ea typeface="Calibri"/>
                <a:cs typeface="Calibri"/>
              </a:rPr>
              <a:t>Return cached answer</a:t>
            </a:r>
          </a:p>
          <a:p xmlns:a="http://schemas.openxmlformats.org/drawingml/2006/main">
            <a:pPr marL="0" indent="0" algn="ctr">
              <a:buNone/>
              <a:defRPr sz="1875">
                <a:solidFill>
                  <a:srgbClr val="282B29"/>
                </a:solidFill>
                <a:latin typeface="Calibri"/>
                <a:ea typeface="Calibri"/>
                <a:cs typeface="Calibri"/>
              </a:defRPr>
            </a:pPr>
            <a:r>
              <a:rPr sz="1875">
                <a:solidFill>
                  <a:srgbClr val="282B29"/>
                </a:solidFill>
                <a:latin typeface="Calibri"/>
                <a:ea typeface="Calibri"/>
                <a:cs typeface="Calibri"/>
              </a:rPr>
              <a:t>No model call</a:t>
            </a:r>
          </a:p>
        </p:txBody>
      </p:sp>
      <p:sp>
        <p:nvSpPr>
          <p:cNvPr id="8" name="">
            <a:extLst xmlns:a="http://schemas.openxmlformats.org/drawingml/2006/main">
              <a:ext uri="{FF2B5EF4-FFF2-40B4-BE49-F238E27FC236}">
                <a16:creationId xmlns:a16="http://schemas.microsoft.com/office/drawing/2014/main" id="{9909C231-0E02-41A3-861E-2AE720184962}"/>
              </a:ext>
            </a:extLst>
          </p:cNvPr>
          <p:cNvSpPr>
            <a:spLocks xmlns:a="http://schemas.openxmlformats.org/drawingml/2006/main" noGrp="1"/>
          </p:cNvSpPr>
          <p:nvPr/>
        </p:nvSpPr>
        <p:spPr>
          <a:xfrm xmlns:a="http://schemas.openxmlformats.org/drawingml/2006/main">
            <a:off x="7543800" y="2486025"/>
            <a:ext cx="1285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625F58"/>
                </a:solidFill>
                <a:latin typeface="Calibri"/>
                <a:ea typeface="Calibri"/>
                <a:cs typeface="Calibri"/>
              </a:defRPr>
            </a:defPPr>
          </a:lstStyle>
          <a:p xmlns:a="http://schemas.openxmlformats.org/drawingml/2006/main">
            <a:pPr marL="0" indent="0" algn="ctr">
              <a:lnSpc>
                <a:spcPct val="112000"/>
              </a:lnSpc>
              <a:buNone/>
              <a:defRPr sz="1725" b="0">
                <a:solidFill>
                  <a:srgbClr val="625F58"/>
                </a:solidFill>
                <a:latin typeface="Calibri"/>
                <a:ea typeface="Calibri"/>
                <a:cs typeface="Calibri"/>
              </a:defRPr>
            </a:pPr>
            <a:r>
              <a:rPr sz="1725" b="0">
                <a:solidFill>
                  <a:srgbClr val="625F58"/>
                </a:solidFill>
                <a:latin typeface="Calibri"/>
                <a:ea typeface="Calibri"/>
                <a:cs typeface="Calibri"/>
              </a:rPr>
              <a:t>valid hit</a:t>
            </a:r>
          </a:p>
        </p:txBody>
      </p:sp>
      <p:sp>
        <p:nvSpPr>
          <p:cNvPr id="9" name="">
            <a:extLst xmlns:a="http://schemas.openxmlformats.org/drawingml/2006/main">
              <a:ext uri="{FF2B5EF4-FFF2-40B4-BE49-F238E27FC236}">
                <a16:creationId xmlns:a16="http://schemas.microsoft.com/office/drawing/2014/main" id="{E5A50838-B372-4B53-A594-19999667B092}"/>
              </a:ext>
            </a:extLst>
          </p:cNvPr>
          <p:cNvSpPr>
            <a:spLocks xmlns:a="http://schemas.openxmlformats.org/drawingml/2006/main" noGrp="1"/>
          </p:cNvSpPr>
          <p:nvPr/>
        </p:nvSpPr>
        <p:spPr>
          <a:xfrm xmlns:a="http://schemas.openxmlformats.org/drawingml/2006/main">
            <a:off x="762000" y="4295775"/>
            <a:ext cx="2238375" cy="1066800"/>
          </a:xfrm>
          <a:prstGeom xmlns:a="http://schemas.openxmlformats.org/drawingml/2006/main" prst="rect">
            <a:avLst/>
          </a:prstGeom>
          <a:solidFill xmlns:a="http://schemas.openxmlformats.org/drawingml/2006/main">
            <a:srgbClr val="F0ECE4"/>
          </a:solidFill>
          <a:ln xmlns:a="http://schemas.openxmlformats.org/drawingml/2006/main" w="14288">
            <a:solidFill>
              <a:srgbClr val="898176"/>
            </a:solidFill>
          </a:ln>
        </p:spPr>
        <p:txBody>
          <a:bodyPr xmlns:a="http://schemas.openxmlformats.org/drawingml/2006/main" lIns="95250" tIns="95250" rIns="95250" bIns="95250" anchor="ctr">
            <a:noAutofit/>
          </a:bodyPr>
          <a:lstStyle xmlns:a="http://schemas.openxmlformats.org/drawingml/2006/main">
            <a:defPPr algn="ctr">
              <a:defRPr sz="1875">
                <a:solidFill>
                  <a:srgbClr val="282B29"/>
                </a:solidFill>
                <a:latin typeface="Calibri"/>
                <a:ea typeface="Calibri"/>
                <a:cs typeface="Calibri"/>
              </a:defRPr>
            </a:defPPr>
          </a:lstStyle>
          <a:p xmlns:a="http://schemas.openxmlformats.org/drawingml/2006/main">
            <a:pPr marL="0" indent="0" algn="ctr">
              <a:buNone/>
              <a:defRPr sz="1875">
                <a:solidFill>
                  <a:srgbClr val="282B29"/>
                </a:solidFill>
                <a:latin typeface="Calibri"/>
                <a:ea typeface="Calibri"/>
                <a:cs typeface="Calibri"/>
              </a:defRPr>
            </a:pPr>
            <a:r>
              <a:rPr sz="1875">
                <a:solidFill>
                  <a:srgbClr val="282B29"/>
                </a:solidFill>
                <a:latin typeface="Calibri"/>
                <a:ea typeface="Calibri"/>
                <a:cs typeface="Calibri"/>
              </a:rPr>
              <a:t>BM25 search</a:t>
            </a:r>
          </a:p>
          <a:p xmlns:a="http://schemas.openxmlformats.org/drawingml/2006/main">
            <a:pPr marL="0" indent="0" algn="ctr">
              <a:buNone/>
              <a:defRPr sz="1875">
                <a:solidFill>
                  <a:srgbClr val="282B29"/>
                </a:solidFill>
                <a:latin typeface="Calibri"/>
                <a:ea typeface="Calibri"/>
                <a:cs typeface="Calibri"/>
              </a:defRPr>
            </a:pPr>
            <a:r>
              <a:rPr sz="1875">
                <a:solidFill>
                  <a:srgbClr val="282B29"/>
                </a:solidFill>
                <a:latin typeface="Calibri"/>
                <a:ea typeface="Calibri"/>
                <a:cs typeface="Calibri"/>
              </a:rPr>
              <a:t>PDF pages</a:t>
            </a:r>
          </a:p>
        </p:txBody>
      </p:sp>
      <p:sp>
        <p:nvSpPr>
          <p:cNvPr id="10" name="">
            <a:extLst xmlns:a="http://schemas.openxmlformats.org/drawingml/2006/main">
              <a:ext uri="{FF2B5EF4-FFF2-40B4-BE49-F238E27FC236}">
                <a16:creationId xmlns:a16="http://schemas.microsoft.com/office/drawing/2014/main" id="{82F4E111-9C15-49AD-BA8D-0EE5F09E69D1}"/>
              </a:ext>
            </a:extLst>
          </p:cNvPr>
          <p:cNvSpPr>
            <a:spLocks xmlns:a="http://schemas.openxmlformats.org/drawingml/2006/main" noGrp="1"/>
          </p:cNvSpPr>
          <p:nvPr/>
        </p:nvSpPr>
        <p:spPr>
          <a:xfrm xmlns:a="http://schemas.openxmlformats.org/drawingml/2006/main">
            <a:off x="3857625" y="4295775"/>
            <a:ext cx="3381375" cy="1066800"/>
          </a:xfrm>
          <a:prstGeom xmlns:a="http://schemas.openxmlformats.org/drawingml/2006/main" prst="rect">
            <a:avLst/>
          </a:prstGeom>
          <a:solidFill xmlns:a="http://schemas.openxmlformats.org/drawingml/2006/main">
            <a:srgbClr val="303735"/>
          </a:solidFill>
          <a:ln xmlns:a="http://schemas.openxmlformats.org/drawingml/2006/main" w="14288">
            <a:solidFill>
              <a:srgbClr val="303735"/>
            </a:solidFill>
          </a:ln>
        </p:spPr>
        <p:txBody>
          <a:bodyPr xmlns:a="http://schemas.openxmlformats.org/drawingml/2006/main" lIns="95250" tIns="95250" rIns="95250" bIns="95250" anchor="ctr">
            <a:noAutofit/>
          </a:bodyPr>
          <a:lstStyle xmlns:a="http://schemas.openxmlformats.org/drawingml/2006/main">
            <a:defPPr algn="ctr">
              <a:defRPr sz="1950">
                <a:solidFill>
                  <a:srgbClr val="FFFFFF"/>
                </a:solidFill>
                <a:latin typeface="Calibri"/>
                <a:ea typeface="Calibri"/>
                <a:cs typeface="Calibri"/>
              </a:defRPr>
            </a:defPPr>
          </a:lstStyle>
          <a:p xmlns:a="http://schemas.openxmlformats.org/drawingml/2006/main">
            <a:pPr marL="0" indent="0" algn="ctr">
              <a:buNone/>
              <a:defRPr sz="1875">
                <a:solidFill>
                  <a:srgbClr val="FFFFFF"/>
                </a:solidFill>
                <a:latin typeface="Calibri"/>
                <a:ea typeface="Calibri"/>
                <a:cs typeface="Calibri"/>
              </a:defRPr>
            </a:pPr>
            <a:r>
              <a:rPr sz="1950">
                <a:solidFill>
                  <a:srgbClr val="FFFFFF"/>
                </a:solidFill>
                <a:latin typeface="Calibri"/>
                <a:ea typeface="Calibri"/>
                <a:cs typeface="Calibri"/>
              </a:rPr>
              <a:t>Model planner</a:t>
            </a:r>
          </a:p>
          <a:p xmlns:a="http://schemas.openxmlformats.org/drawingml/2006/main">
            <a:pPr marL="0" indent="0" algn="ctr">
              <a:buNone/>
              <a:defRPr sz="1875">
                <a:solidFill>
                  <a:srgbClr val="FFFFFF"/>
                </a:solidFill>
                <a:latin typeface="Calibri"/>
                <a:ea typeface="Calibri"/>
                <a:cs typeface="Calibri"/>
              </a:defRPr>
            </a:pPr>
            <a:r>
              <a:rPr sz="1950">
                <a:solidFill>
                  <a:srgbClr val="FFFFFF"/>
                </a:solidFill>
                <a:latin typeface="Calibri"/>
                <a:ea typeface="Calibri"/>
                <a:cs typeface="Calibri"/>
              </a:rPr>
              <a:t>Search, open page, or answer</a:t>
            </a:r>
          </a:p>
        </p:txBody>
      </p:sp>
      <p:sp>
        <p:nvSpPr>
          <p:cNvPr id="11" name="">
            <a:extLst xmlns:a="http://schemas.openxmlformats.org/drawingml/2006/main">
              <a:ext uri="{FF2B5EF4-FFF2-40B4-BE49-F238E27FC236}">
                <a16:creationId xmlns:a16="http://schemas.microsoft.com/office/drawing/2014/main" id="{19613FD6-9007-424D-B642-37686C7D9AC4}"/>
              </a:ext>
            </a:extLst>
          </p:cNvPr>
          <p:cNvSpPr>
            <a:spLocks xmlns:a="http://schemas.openxmlformats.org/drawingml/2006/main" noGrp="1"/>
          </p:cNvSpPr>
          <p:nvPr/>
        </p:nvSpPr>
        <p:spPr>
          <a:xfrm xmlns:a="http://schemas.openxmlformats.org/drawingml/2006/main">
            <a:off x="9001125" y="4295775"/>
            <a:ext cx="2571750" cy="1066800"/>
          </a:xfrm>
          <a:prstGeom xmlns:a="http://schemas.openxmlformats.org/drawingml/2006/main" prst="rect">
            <a:avLst/>
          </a:prstGeom>
          <a:solidFill xmlns:a="http://schemas.openxmlformats.org/drawingml/2006/main">
            <a:srgbClr val="303735"/>
          </a:solidFill>
          <a:ln xmlns:a="http://schemas.openxmlformats.org/drawingml/2006/main" w="14288">
            <a:solidFill>
              <a:srgbClr val="303735"/>
            </a:solidFill>
          </a:ln>
        </p:spPr>
        <p:txBody>
          <a:bodyPr xmlns:a="http://schemas.openxmlformats.org/drawingml/2006/main" lIns="95250" tIns="95250" rIns="95250" bIns="95250" anchor="ctr">
            <a:noAutofit/>
          </a:bodyPr>
          <a:lstStyle xmlns:a="http://schemas.openxmlformats.org/drawingml/2006/main">
            <a:defPPr algn="ctr">
              <a:defRPr sz="1875">
                <a:solidFill>
                  <a:srgbClr val="FFFFFF"/>
                </a:solidFill>
                <a:latin typeface="Calibri"/>
                <a:ea typeface="Calibri"/>
                <a:cs typeface="Calibri"/>
              </a:defRPr>
            </a:defPPr>
          </a:lstStyle>
          <a:p xmlns:a="http://schemas.openxmlformats.org/drawingml/2006/main">
            <a:pPr marL="0" indent="0" algn="ctr">
              <a:buNone/>
              <a:defRPr sz="1875">
                <a:solidFill>
                  <a:srgbClr val="FFFFFF"/>
                </a:solidFill>
                <a:latin typeface="Calibri"/>
                <a:ea typeface="Calibri"/>
                <a:cs typeface="Calibri"/>
              </a:defRPr>
            </a:pPr>
            <a:r>
              <a:rPr sz="1875">
                <a:solidFill>
                  <a:srgbClr val="FFFFFF"/>
                </a:solidFill>
                <a:latin typeface="Calibri"/>
                <a:ea typeface="Calibri"/>
                <a:cs typeface="Calibri"/>
              </a:rPr>
              <a:t>Model draft</a:t>
            </a:r>
          </a:p>
          <a:p xmlns:a="http://schemas.openxmlformats.org/drawingml/2006/main">
            <a:pPr marL="0" indent="0" algn="ctr">
              <a:buNone/>
              <a:defRPr sz="1875">
                <a:solidFill>
                  <a:srgbClr val="FFFFFF"/>
                </a:solidFill>
                <a:latin typeface="Calibri"/>
                <a:ea typeface="Calibri"/>
                <a:cs typeface="Calibri"/>
              </a:defRPr>
            </a:pPr>
            <a:r>
              <a:rPr sz="1875">
                <a:solidFill>
                  <a:srgbClr val="FFFFFF"/>
                </a:solidFill>
                <a:latin typeface="Calibri"/>
                <a:ea typeface="Calibri"/>
                <a:cs typeface="Calibri"/>
              </a:rPr>
              <a:t>Then code validation</a:t>
            </a:r>
          </a:p>
        </p:txBody>
      </p:sp>
      <p:sp>
        <p:nvSpPr>
          <p:cNvPr id="13" name="">
            <a:extLst xmlns:a="http://schemas.openxmlformats.org/drawingml/2006/main">
              <a:ext uri="{FF2B5EF4-FFF2-40B4-BE49-F238E27FC236}">
                <a16:creationId xmlns:a16="http://schemas.microsoft.com/office/drawing/2014/main" id="{1B52C1C6-12EB-4F65-B17E-870699719A0D}"/>
              </a:ext>
            </a:extLst>
          </p:cNvPr>
          <p:cNvSpPr>
            <a:spLocks xmlns:a="http://schemas.openxmlformats.org/drawingml/2006/main" noGrp="1"/>
          </p:cNvSpPr>
          <p:nvPr/>
        </p:nvSpPr>
        <p:spPr>
          <a:xfrm xmlns:a="http://schemas.openxmlformats.org/drawingml/2006/main">
            <a:off x="5638800" y="368617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25F58"/>
                </a:solidFill>
                <a:latin typeface="Calibri"/>
                <a:ea typeface="Calibri"/>
                <a:cs typeface="Calibri"/>
              </a:defRPr>
            </a:defPPr>
          </a:lstStyle>
          <a:p xmlns:a="http://schemas.openxmlformats.org/drawingml/2006/main">
            <a:pPr marL="0" indent="0" algn="l">
              <a:lnSpc>
                <a:spcPct val="112000"/>
              </a:lnSpc>
              <a:buNone/>
              <a:defRPr sz="1725" b="0">
                <a:solidFill>
                  <a:srgbClr val="625F58"/>
                </a:solidFill>
                <a:latin typeface="Calibri"/>
                <a:ea typeface="Calibri"/>
                <a:cs typeface="Calibri"/>
              </a:defRPr>
            </a:pPr>
            <a:r>
              <a:rPr sz="1725" b="0">
                <a:solidFill>
                  <a:srgbClr val="625F58"/>
                </a:solidFill>
                <a:latin typeface="Calibri"/>
                <a:ea typeface="Calibri"/>
                <a:cs typeface="Calibri"/>
              </a:rPr>
              <a:t>miss / invalid</a:t>
            </a:r>
          </a:p>
        </p:txBody>
      </p:sp>
      <p:sp>
        <p:nvSpPr>
          <p:cNvPr id="15" name="">
            <a:extLst xmlns:a="http://schemas.openxmlformats.org/drawingml/2006/main">
              <a:ext uri="{FF2B5EF4-FFF2-40B4-BE49-F238E27FC236}">
                <a16:creationId xmlns:a16="http://schemas.microsoft.com/office/drawing/2014/main" id="{7EA60535-936E-40C1-9D81-77CCF9CF9974}"/>
              </a:ext>
            </a:extLst>
          </p:cNvPr>
          <p:cNvSpPr>
            <a:spLocks xmlns:a="http://schemas.openxmlformats.org/drawingml/2006/main" noGrp="1"/>
          </p:cNvSpPr>
          <p:nvPr/>
        </p:nvSpPr>
        <p:spPr>
          <a:xfrm xmlns:a="http://schemas.openxmlformats.org/drawingml/2006/main">
            <a:off x="3067050" y="4552950"/>
            <a:ext cx="74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625F58"/>
                </a:solidFill>
                <a:latin typeface="Calibri"/>
                <a:ea typeface="Calibri"/>
                <a:cs typeface="Calibri"/>
              </a:defRPr>
            </a:defPPr>
          </a:lstStyle>
          <a:p xmlns:a="http://schemas.openxmlformats.org/drawingml/2006/main">
            <a:pPr marL="0" indent="0" algn="ctr">
              <a:lnSpc>
                <a:spcPct val="112000"/>
              </a:lnSpc>
              <a:buNone/>
              <a:defRPr sz="1350" b="0">
                <a:solidFill>
                  <a:srgbClr val="625F58"/>
                </a:solidFill>
                <a:latin typeface="Calibri"/>
                <a:ea typeface="Calibri"/>
                <a:cs typeface="Calibri"/>
              </a:defRPr>
            </a:pPr>
            <a:r>
              <a:rPr sz="1350" b="0">
                <a:solidFill>
                  <a:srgbClr val="625F58"/>
                </a:solidFill>
                <a:latin typeface="Calibri"/>
                <a:ea typeface="Calibri"/>
                <a:cs typeface="Calibri"/>
              </a:rPr>
              <a:t>search /</a:t>
            </a:r>
          </a:p>
          <a:p xmlns:a="http://schemas.openxmlformats.org/drawingml/2006/main">
            <a:pPr marL="0" indent="0" algn="ctr">
              <a:lnSpc>
                <a:spcPct val="112000"/>
              </a:lnSpc>
              <a:buNone/>
              <a:defRPr sz="1350" b="0">
                <a:solidFill>
                  <a:srgbClr val="625F58"/>
                </a:solidFill>
                <a:latin typeface="Calibri"/>
                <a:ea typeface="Calibri"/>
                <a:cs typeface="Calibri"/>
              </a:defRPr>
            </a:pPr>
            <a:r>
              <a:rPr sz="1350" b="0">
                <a:solidFill>
                  <a:srgbClr val="625F58"/>
                </a:solidFill>
                <a:latin typeface="Calibri"/>
                <a:ea typeface="Calibri"/>
                <a:cs typeface="Calibri"/>
              </a:rPr>
              <a:t>pages</a:t>
            </a:r>
          </a:p>
        </p:txBody>
      </p:sp>
      <p:sp>
        <p:nvSpPr>
          <p:cNvPr id="17" name="">
            <a:extLst xmlns:a="http://schemas.openxmlformats.org/drawingml/2006/main">
              <a:ext uri="{FF2B5EF4-FFF2-40B4-BE49-F238E27FC236}">
                <a16:creationId xmlns:a16="http://schemas.microsoft.com/office/drawing/2014/main" id="{23A89270-8A9E-44B7-BDE2-B64CDA185AA4}"/>
              </a:ext>
            </a:extLst>
          </p:cNvPr>
          <p:cNvSpPr>
            <a:spLocks xmlns:a="http://schemas.openxmlformats.org/drawingml/2006/main" noGrp="1"/>
          </p:cNvSpPr>
          <p:nvPr/>
        </p:nvSpPr>
        <p:spPr>
          <a:xfrm xmlns:a="http://schemas.openxmlformats.org/drawingml/2006/main">
            <a:off x="7343775" y="4476750"/>
            <a:ext cx="1562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625F58"/>
                </a:solidFill>
                <a:latin typeface="Calibri"/>
                <a:ea typeface="Calibri"/>
                <a:cs typeface="Calibri"/>
              </a:defRPr>
            </a:defPPr>
          </a:lstStyle>
          <a:p xmlns:a="http://schemas.openxmlformats.org/drawingml/2006/main">
            <a:pPr marL="0" indent="0" algn="ctr">
              <a:lnSpc>
                <a:spcPct val="112000"/>
              </a:lnSpc>
              <a:buNone/>
              <a:defRPr sz="1575" b="0">
                <a:solidFill>
                  <a:srgbClr val="625F58"/>
                </a:solidFill>
                <a:latin typeface="Calibri"/>
                <a:ea typeface="Calibri"/>
                <a:cs typeface="Calibri"/>
              </a:defRPr>
            </a:pPr>
            <a:r>
              <a:rPr sz="1575" b="0">
                <a:solidFill>
                  <a:srgbClr val="625F58"/>
                </a:solidFill>
                <a:latin typeface="Calibri"/>
                <a:ea typeface="Calibri"/>
                <a:cs typeface="Calibri"/>
              </a:rPr>
              <a:t>ready /</a:t>
            </a:r>
          </a:p>
          <a:p xmlns:a="http://schemas.openxmlformats.org/drawingml/2006/main">
            <a:pPr marL="0" indent="0" algn="ctr">
              <a:lnSpc>
                <a:spcPct val="112000"/>
              </a:lnSpc>
              <a:buNone/>
              <a:defRPr sz="1575" b="0">
                <a:solidFill>
                  <a:srgbClr val="625F58"/>
                </a:solidFill>
                <a:latin typeface="Calibri"/>
                <a:ea typeface="Calibri"/>
                <a:cs typeface="Calibri"/>
              </a:defRPr>
            </a:pPr>
            <a:r>
              <a:rPr sz="1575" b="0">
                <a:solidFill>
                  <a:srgbClr val="625F58"/>
                </a:solidFill>
                <a:latin typeface="Calibri"/>
                <a:ea typeface="Calibri"/>
                <a:cs typeface="Calibri"/>
              </a:rPr>
              <a:t>limit reached</a:t>
            </a:r>
          </a:p>
        </p:txBody>
      </p:sp>
      <p:sp>
        <p:nvSpPr>
          <p:cNvPr id="18" name="">
            <a:extLst xmlns:a="http://schemas.openxmlformats.org/drawingml/2006/main">
              <a:ext uri="{FF2B5EF4-FFF2-40B4-BE49-F238E27FC236}">
                <a16:creationId xmlns:a16="http://schemas.microsoft.com/office/drawing/2014/main" id="{F881497B-B96E-48D2-8462-D96D0DC67454}"/>
              </a:ext>
            </a:extLst>
          </p:cNvPr>
          <p:cNvSpPr>
            <a:spLocks xmlns:a="http://schemas.openxmlformats.org/drawingml/2006/main" noGrp="1"/>
          </p:cNvSpPr>
          <p:nvPr/>
        </p:nvSpPr>
        <p:spPr>
          <a:xfrm xmlns:a="http://schemas.openxmlformats.org/drawingml/2006/main">
            <a:off x="762000" y="56388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82B29"/>
                </a:solidFill>
                <a:latin typeface="Calibri"/>
                <a:ea typeface="Calibri"/>
                <a:cs typeface="Calibri"/>
              </a:defRPr>
            </a:defPPr>
          </a:lstStyle>
          <a:p xmlns:a="http://schemas.openxmlformats.org/drawingml/2006/main">
            <a:pPr marL="0" indent="0" algn="l">
              <a:lnSpc>
                <a:spcPct val="112000"/>
              </a:lnSpc>
              <a:buNone/>
              <a:defRPr sz="1950" b="0">
                <a:solidFill>
                  <a:srgbClr val="282B29"/>
                </a:solidFill>
                <a:latin typeface="Calibri"/>
                <a:ea typeface="Calibri"/>
                <a:cs typeface="Calibri"/>
              </a:defRPr>
            </a:pPr>
            <a:r>
              <a:rPr sz="1950" b="0">
                <a:solidFill>
                  <a:srgbClr val="282B29"/>
                </a:solidFill>
                <a:latin typeface="Calibri"/>
                <a:ea typeface="Calibri"/>
                <a:cs typeface="Calibri"/>
              </a:rPr>
              <a:t>Bounds: 4 planner actions, 12 pages, up to 3 pages per search</a:t>
            </a:r>
          </a:p>
        </p:txBody>
      </p:sp>
      <p:sp>
        <p:nvSpPr>
          <p:cNvPr id="19" name="">
            <a:extLst xmlns:a="http://schemas.openxmlformats.org/drawingml/2006/main">
              <a:ext uri="{FF2B5EF4-FFF2-40B4-BE49-F238E27FC236}">
                <a16:creationId xmlns:a16="http://schemas.microsoft.com/office/drawing/2014/main" id="{FB2E678F-D3DA-48FC-9DEA-A44B04AB024C}"/>
              </a:ext>
            </a:extLst>
          </p:cNvPr>
          <p:cNvSpPr>
            <a:spLocks xmlns:a="http://schemas.openxmlformats.org/drawingml/2006/main" noGrp="1"/>
          </p:cNvSpPr>
          <p:nvPr/>
        </p:nvSpPr>
        <p:spPr>
          <a:xfrm xmlns:a="http://schemas.openxmlformats.org/drawingml/2006/main">
            <a:off x="762000" y="61150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25F58"/>
                </a:solidFill>
                <a:latin typeface="Calibri"/>
                <a:ea typeface="Calibri"/>
                <a:cs typeface="Calibri"/>
              </a:defRPr>
            </a:defPPr>
          </a:lstStyle>
          <a:p xmlns:a="http://schemas.openxmlformats.org/drawingml/2006/main">
            <a:pPr marL="0" indent="0" algn="l">
              <a:lnSpc>
                <a:spcPct val="112000"/>
              </a:lnSpc>
              <a:buNone/>
              <a:defRPr sz="1500" b="0">
                <a:solidFill>
                  <a:srgbClr val="625F58"/>
                </a:solidFill>
                <a:latin typeface="Calibri"/>
                <a:ea typeface="Calibri"/>
                <a:cs typeface="Calibri"/>
              </a:defRPr>
            </a:pPr>
            <a:r>
              <a:rPr sz="1500" b="0">
                <a:solidFill>
                  <a:srgbClr val="625F58"/>
                </a:solidFill>
                <a:latin typeface="Calibri"/>
                <a:ea typeface="Calibri"/>
                <a:cs typeface="Calibri"/>
              </a:rPr>
              <a:t>Dark boxes use the model. Light boxes use code. Cache hits recheck the loaded corpus snapshot.</a:t>
            </a:r>
          </a:p>
        </p:txBody>
      </p:sp>
    </p:spTree>
    <p:extLst>
      <p:ext uri="{BB962C8B-B14F-4D97-AF65-F5344CB8AC3E}">
        <p14:creationId xmlns:p14="http://schemas.microsoft.com/office/powerpoint/2010/main" val="328922481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5E8D6819-7700-47D1-827A-8BB5077DA540}"/>
              </a:ext>
            </a:extLst>
          </p:cNvPr>
          <p:cNvCxnSpPr>
            <a:stCxn xmlns:a="http://schemas.openxmlformats.org/drawingml/2006/main" id="8" idx="3"/>
            <a:endCxn xmlns:a="http://schemas.openxmlformats.org/drawingml/2006/main" id="4" idx="2"/>
          </p:cNvCxnSpPr>
          <p:nvPr/>
        </p:nvCxnSpPr>
        <p:spPr>
          <a:xfrm xmlns:a="http://schemas.openxmlformats.org/drawingml/2006/main" flipV="1">
            <a:off x="8191500" y="2724150"/>
            <a:ext cx="2095500" cy="1543050"/>
          </a:xfrm>
          <a:prstGeom xmlns:a="http://schemas.openxmlformats.org/drawingml/2006/main" prst="bentConnector2">
            <a:avLst/>
          </a:prstGeom>
          <a:ln xmlns:a="http://schemas.openxmlformats.org/drawingml/2006/main" w="19050">
            <a:solidFill>
              <a:srgbClr val="625F58"/>
            </a:solidFill>
            <a:tailEnd type="triangle" w="sm" len="sm"/>
          </a:ln>
        </p:spPr>
      </p:cxnSp>
      <p:cxnSp>
        <p:nvCxnSpPr>
          <p:cNvPr id="12" name="">
            <a:extLst xmlns:a="http://schemas.openxmlformats.org/drawingml/2006/main">
              <a:ext uri="{FF2B5EF4-FFF2-40B4-BE49-F238E27FC236}">
                <a16:creationId xmlns:a16="http://schemas.microsoft.com/office/drawing/2014/main" id="{D5F08829-8575-4DD5-A720-F1811488778B}"/>
              </a:ext>
            </a:extLst>
          </p:cNvPr>
          <p:cNvCxnSpPr>
            <a:stCxn xmlns:a="http://schemas.openxmlformats.org/drawingml/2006/main" id="8" idx="1"/>
            <a:endCxn xmlns:a="http://schemas.openxmlformats.org/drawingml/2006/main" id="11" idx="3"/>
          </p:cNvCxnSpPr>
          <p:nvPr/>
        </p:nvCxnSpPr>
        <p:spPr>
          <a:xfrm xmlns:a="http://schemas.openxmlformats.org/drawingml/2006/main" flipH="1">
            <a:off x="4000500" y="4267200"/>
            <a:ext cx="809625" cy="0"/>
          </a:xfrm>
          <a:prstGeom xmlns:a="http://schemas.openxmlformats.org/drawingml/2006/main" prst="straightConnector1">
            <a:avLst/>
          </a:prstGeom>
          <a:ln xmlns:a="http://schemas.openxmlformats.org/drawingml/2006/main" w="19050">
            <a:solidFill>
              <a:srgbClr val="625F58"/>
            </a:solidFill>
            <a:tailEnd type="triangle" w="sm" len="sm"/>
          </a:ln>
        </p:spPr>
      </p:cxnSp>
      <p:cxnSp>
        <p:nvCxnSpPr>
          <p:cNvPr id="9" name="">
            <a:extLst xmlns:a="http://schemas.openxmlformats.org/drawingml/2006/main">
              <a:ext uri="{FF2B5EF4-FFF2-40B4-BE49-F238E27FC236}">
                <a16:creationId xmlns:a16="http://schemas.microsoft.com/office/drawing/2014/main" id="{3295A204-DE1B-4DB2-A102-E70C228F8147}"/>
              </a:ext>
            </a:extLst>
          </p:cNvPr>
          <p:cNvCxnSpPr>
            <a:stCxn xmlns:a="http://schemas.openxmlformats.org/drawingml/2006/main" id="3" idx="2"/>
            <a:endCxn xmlns:a="http://schemas.openxmlformats.org/drawingml/2006/main" id="8" idx="0"/>
          </p:cNvCxnSpPr>
          <p:nvPr/>
        </p:nvCxnSpPr>
        <p:spPr>
          <a:xfrm xmlns:a="http://schemas.openxmlformats.org/drawingml/2006/main">
            <a:off x="6500813" y="2724150"/>
            <a:ext cx="0" cy="990600"/>
          </a:xfrm>
          <a:prstGeom xmlns:a="http://schemas.openxmlformats.org/drawingml/2006/main" prst="straightConnector1">
            <a:avLst/>
          </a:prstGeom>
          <a:ln xmlns:a="http://schemas.openxmlformats.org/drawingml/2006/main" w="19050">
            <a:solidFill>
              <a:srgbClr val="625F58"/>
            </a:solidFill>
            <a:tailEnd type="triangle" w="sm" len="sm"/>
          </a:ln>
        </p:spPr>
      </p:cxnSp>
      <p:cxnSp>
        <p:nvCxnSpPr>
          <p:cNvPr id="6" name="">
            <a:extLst xmlns:a="http://schemas.openxmlformats.org/drawingml/2006/main">
              <a:ext uri="{FF2B5EF4-FFF2-40B4-BE49-F238E27FC236}">
                <a16:creationId xmlns:a16="http://schemas.microsoft.com/office/drawing/2014/main" id="{8094DFBF-07B3-4617-8125-A820616D74BF}"/>
              </a:ext>
            </a:extLst>
          </p:cNvPr>
          <p:cNvCxnSpPr>
            <a:stCxn xmlns:a="http://schemas.openxmlformats.org/drawingml/2006/main" id="3" idx="3"/>
            <a:endCxn xmlns:a="http://schemas.openxmlformats.org/drawingml/2006/main" id="4" idx="1"/>
          </p:cNvCxnSpPr>
          <p:nvPr/>
        </p:nvCxnSpPr>
        <p:spPr>
          <a:xfrm xmlns:a="http://schemas.openxmlformats.org/drawingml/2006/main">
            <a:off x="8191500" y="2171700"/>
            <a:ext cx="809625" cy="0"/>
          </a:xfrm>
          <a:prstGeom xmlns:a="http://schemas.openxmlformats.org/drawingml/2006/main" prst="straightConnector1">
            <a:avLst/>
          </a:prstGeom>
          <a:ln xmlns:a="http://schemas.openxmlformats.org/drawingml/2006/main" w="19050">
            <a:solidFill>
              <a:srgbClr val="625F58"/>
            </a:solidFill>
            <a:tailEnd type="triangle" w="sm" len="sm"/>
          </a:ln>
        </p:spPr>
      </p:cxnSp>
      <p:cxnSp>
        <p:nvCxnSpPr>
          <p:cNvPr id="5" name="">
            <a:extLst xmlns:a="http://schemas.openxmlformats.org/drawingml/2006/main">
              <a:ext uri="{FF2B5EF4-FFF2-40B4-BE49-F238E27FC236}">
                <a16:creationId xmlns:a16="http://schemas.microsoft.com/office/drawing/2014/main" id="{CE324CCE-65B8-4883-B521-CDA199D37BD3}"/>
              </a:ext>
            </a:extLst>
          </p:cNvPr>
          <p:cNvCxnSpPr>
            <a:stCxn xmlns:a="http://schemas.openxmlformats.org/drawingml/2006/main" id="2" idx="3"/>
            <a:endCxn xmlns:a="http://schemas.openxmlformats.org/drawingml/2006/main" id="3" idx="1"/>
          </p:cNvCxnSpPr>
          <p:nvPr/>
        </p:nvCxnSpPr>
        <p:spPr>
          <a:xfrm xmlns:a="http://schemas.openxmlformats.org/drawingml/2006/main">
            <a:off x="4000500" y="2171700"/>
            <a:ext cx="809625" cy="0"/>
          </a:xfrm>
          <a:prstGeom xmlns:a="http://schemas.openxmlformats.org/drawingml/2006/main" prst="straightConnector1">
            <a:avLst/>
          </a:prstGeom>
          <a:ln xmlns:a="http://schemas.openxmlformats.org/drawingml/2006/main" w="19050">
            <a:solidFill>
              <a:srgbClr val="625F58"/>
            </a:solidFill>
            <a:tailEnd type="triangle" w="sm" len="sm"/>
          </a:ln>
        </p:spPr>
      </p:cxnSp>
      <p:sp>
        <p:nvSpPr>
          <p:cNvPr id="18" name="">
            <a:extLst xmlns:a="http://schemas.openxmlformats.org/drawingml/2006/main">
              <a:ext uri="{FF2B5EF4-FFF2-40B4-BE49-F238E27FC236}">
                <a16:creationId xmlns:a16="http://schemas.microsoft.com/office/drawing/2014/main" id="{A9F4DB36-15AF-470F-A580-5A931D623D67}"/>
              </a:ext>
            </a:extLst>
          </p:cNvPr>
          <p:cNvSpPr>
            <a:spLocks xmlns:a="http://schemas.openxmlformats.org/drawingml/2006/main" noGrp="1"/>
          </p:cNvSpPr>
          <p:nvPr/>
        </p:nvSpPr>
        <p:spPr>
          <a:xfrm xmlns:a="http://schemas.openxmlformats.org/drawingml/2006/main">
            <a:off x="714375" y="552450"/>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9A512F"/>
                </a:solidFill>
                <a:latin typeface="Calibri"/>
                <a:ea typeface="Calibri"/>
                <a:cs typeface="Calibri"/>
              </a:defRPr>
            </a:defPPr>
          </a:lstStyle>
          <a:p xmlns:a="http://schemas.openxmlformats.org/drawingml/2006/main">
            <a:pPr marL="0" indent="0" algn="l">
              <a:lnSpc>
                <a:spcPct val="112000"/>
              </a:lnSpc>
              <a:buNone/>
              <a:defRPr sz="2850" b="1">
                <a:solidFill>
                  <a:srgbClr val="9A512F"/>
                </a:solidFill>
                <a:latin typeface="Calibri"/>
                <a:ea typeface="Calibri"/>
                <a:cs typeface="Calibri"/>
              </a:defRPr>
            </a:pPr>
            <a:r>
              <a:rPr sz="2850" b="1">
                <a:solidFill>
                  <a:srgbClr val="9A512F"/>
                </a:solidFill>
                <a:latin typeface="Calibri"/>
                <a:ea typeface="Calibri"/>
                <a:cs typeface="Calibri"/>
              </a:rPr>
              <a:t>The Solution</a:t>
            </a:r>
          </a:p>
        </p:txBody>
      </p:sp>
      <p:sp>
        <p:nvSpPr>
          <p:cNvPr id="2" name="">
            <a:extLst xmlns:a="http://schemas.openxmlformats.org/drawingml/2006/main">
              <a:ext uri="{FF2B5EF4-FFF2-40B4-BE49-F238E27FC236}">
                <a16:creationId xmlns:a16="http://schemas.microsoft.com/office/drawing/2014/main" id="{BF677AB6-C31D-4819-8240-49C973418706}"/>
              </a:ext>
            </a:extLst>
          </p:cNvPr>
          <p:cNvSpPr>
            <a:spLocks xmlns:a="http://schemas.openxmlformats.org/drawingml/2006/main" noGrp="1"/>
          </p:cNvSpPr>
          <p:nvPr/>
        </p:nvSpPr>
        <p:spPr>
          <a:xfrm xmlns:a="http://schemas.openxmlformats.org/drawingml/2006/main">
            <a:off x="762000" y="1619250"/>
            <a:ext cx="3238500" cy="1104900"/>
          </a:xfrm>
          <a:prstGeom xmlns:a="http://schemas.openxmlformats.org/drawingml/2006/main" prst="rect">
            <a:avLst/>
          </a:prstGeom>
          <a:solidFill xmlns:a="http://schemas.openxmlformats.org/drawingml/2006/main">
            <a:srgbClr val="303735"/>
          </a:solidFill>
          <a:ln xmlns:a="http://schemas.openxmlformats.org/drawingml/2006/main" w="14288">
            <a:solidFill>
              <a:srgbClr val="303735"/>
            </a:solidFill>
          </a:ln>
        </p:spPr>
        <p:txBody>
          <a:bodyPr xmlns:a="http://schemas.openxmlformats.org/drawingml/2006/main" lIns="95250" tIns="95250" rIns="95250" bIns="95250" anchor="ctr">
            <a:noAutofit/>
          </a:bodyPr>
          <a:lstStyle xmlns:a="http://schemas.openxmlformats.org/drawingml/2006/main">
            <a:defPPr algn="ctr">
              <a:defRPr sz="1875">
                <a:solidFill>
                  <a:srgbClr val="FFFFFF"/>
                </a:solidFill>
                <a:latin typeface="Calibri"/>
                <a:ea typeface="Calibri"/>
                <a:cs typeface="Calibri"/>
              </a:defRPr>
            </a:defPPr>
          </a:lstStyle>
          <a:p xmlns:a="http://schemas.openxmlformats.org/drawingml/2006/main">
            <a:pPr marL="0" indent="0" algn="ctr">
              <a:buNone/>
              <a:defRPr sz="1875">
                <a:solidFill>
                  <a:srgbClr val="FFFFFF"/>
                </a:solidFill>
                <a:latin typeface="Calibri"/>
                <a:ea typeface="Calibri"/>
                <a:cs typeface="Calibri"/>
              </a:defRPr>
            </a:pPr>
            <a:r>
              <a:rPr sz="1875">
                <a:solidFill>
                  <a:srgbClr val="FFFFFF"/>
                </a:solidFill>
                <a:latin typeface="Calibri"/>
                <a:ea typeface="Calibri"/>
                <a:cs typeface="Calibri"/>
              </a:rPr>
              <a:t>Structured draft</a:t>
            </a:r>
          </a:p>
          <a:p xmlns:a="http://schemas.openxmlformats.org/drawingml/2006/main">
            <a:pPr marL="0" indent="0" algn="ctr">
              <a:buNone/>
              <a:defRPr sz="1875">
                <a:solidFill>
                  <a:srgbClr val="FFFFFF"/>
                </a:solidFill>
                <a:latin typeface="Calibri"/>
                <a:ea typeface="Calibri"/>
                <a:cs typeface="Calibri"/>
              </a:defRPr>
            </a:pPr>
            <a:r>
              <a:rPr sz="1875">
                <a:solidFill>
                  <a:srgbClr val="FFFFFF"/>
                </a:solidFill>
                <a:latin typeface="Calibri"/>
                <a:ea typeface="Calibri"/>
                <a:cs typeface="Calibri"/>
              </a:rPr>
              <a:t>Claims + IDs + quotations</a:t>
            </a:r>
          </a:p>
        </p:txBody>
      </p:sp>
      <p:sp>
        <p:nvSpPr>
          <p:cNvPr id="3" name="">
            <a:extLst xmlns:a="http://schemas.openxmlformats.org/drawingml/2006/main">
              <a:ext uri="{FF2B5EF4-FFF2-40B4-BE49-F238E27FC236}">
                <a16:creationId xmlns:a16="http://schemas.microsoft.com/office/drawing/2014/main" id="{90AFCEF9-8F12-4B72-80A6-0FC40E3A234E}"/>
              </a:ext>
            </a:extLst>
          </p:cNvPr>
          <p:cNvSpPr>
            <a:spLocks xmlns:a="http://schemas.openxmlformats.org/drawingml/2006/main" noGrp="1"/>
          </p:cNvSpPr>
          <p:nvPr/>
        </p:nvSpPr>
        <p:spPr>
          <a:xfrm xmlns:a="http://schemas.openxmlformats.org/drawingml/2006/main">
            <a:off x="4810125" y="1619250"/>
            <a:ext cx="3381375" cy="1104900"/>
          </a:xfrm>
          <a:prstGeom xmlns:a="http://schemas.openxmlformats.org/drawingml/2006/main" prst="rect">
            <a:avLst/>
          </a:prstGeom>
          <a:solidFill xmlns:a="http://schemas.openxmlformats.org/drawingml/2006/main">
            <a:srgbClr val="F0ECE4"/>
          </a:solidFill>
          <a:ln xmlns:a="http://schemas.openxmlformats.org/drawingml/2006/main" w="14288">
            <a:solidFill>
              <a:srgbClr val="898176"/>
            </a:solidFill>
          </a:ln>
        </p:spPr>
        <p:txBody>
          <a:bodyPr xmlns:a="http://schemas.openxmlformats.org/drawingml/2006/main" lIns="95250" tIns="95250" rIns="95250" bIns="95250" anchor="ctr">
            <a:noAutofit/>
          </a:bodyPr>
          <a:lstStyle xmlns:a="http://schemas.openxmlformats.org/drawingml/2006/main">
            <a:defPPr algn="ctr">
              <a:defRPr sz="1875">
                <a:solidFill>
                  <a:srgbClr val="282B29"/>
                </a:solidFill>
                <a:latin typeface="Calibri"/>
                <a:ea typeface="Calibri"/>
                <a:cs typeface="Calibri"/>
              </a:defRPr>
            </a:defPPr>
          </a:lstStyle>
          <a:p xmlns:a="http://schemas.openxmlformats.org/drawingml/2006/main">
            <a:pPr marL="0" indent="0" algn="ctr">
              <a:buNone/>
              <a:defRPr sz="1875">
                <a:solidFill>
                  <a:srgbClr val="282B29"/>
                </a:solidFill>
                <a:latin typeface="Calibri"/>
                <a:ea typeface="Calibri"/>
                <a:cs typeface="Calibri"/>
              </a:defRPr>
            </a:pPr>
            <a:r>
              <a:rPr sz="1875">
                <a:solidFill>
                  <a:srgbClr val="282B29"/>
                </a:solidFill>
                <a:latin typeface="Calibri"/>
                <a:ea typeface="Calibri"/>
                <a:cs typeface="Calibri"/>
              </a:rPr>
              <a:t>Code checks</a:t>
            </a:r>
          </a:p>
          <a:p xmlns:a="http://schemas.openxmlformats.org/drawingml/2006/main">
            <a:pPr marL="0" indent="0" algn="ctr">
              <a:buNone/>
              <a:defRPr sz="1875">
                <a:solidFill>
                  <a:srgbClr val="282B29"/>
                </a:solidFill>
                <a:latin typeface="Calibri"/>
                <a:ea typeface="Calibri"/>
                <a:cs typeface="Calibri"/>
              </a:defRPr>
            </a:pPr>
            <a:r>
              <a:rPr sz="1875">
                <a:solidFill>
                  <a:srgbClr val="282B29"/>
                </a:solidFill>
                <a:latin typeface="Calibri"/>
                <a:ea typeface="Calibri"/>
                <a:cs typeface="Calibri"/>
              </a:rPr>
              <a:t>Retrieved IDs and exact quotes</a:t>
            </a:r>
          </a:p>
        </p:txBody>
      </p:sp>
      <p:sp>
        <p:nvSpPr>
          <p:cNvPr id="4" name="">
            <a:extLst xmlns:a="http://schemas.openxmlformats.org/drawingml/2006/main">
              <a:ext uri="{FF2B5EF4-FFF2-40B4-BE49-F238E27FC236}">
                <a16:creationId xmlns:a16="http://schemas.microsoft.com/office/drawing/2014/main" id="{1622EDC6-28E1-4B49-AD8E-B33DC2DD8F93}"/>
              </a:ext>
            </a:extLst>
          </p:cNvPr>
          <p:cNvSpPr>
            <a:spLocks xmlns:a="http://schemas.openxmlformats.org/drawingml/2006/main" noGrp="1"/>
          </p:cNvSpPr>
          <p:nvPr/>
        </p:nvSpPr>
        <p:spPr>
          <a:xfrm xmlns:a="http://schemas.openxmlformats.org/drawingml/2006/main">
            <a:off x="9001125" y="1619250"/>
            <a:ext cx="2571750" cy="1104900"/>
          </a:xfrm>
          <a:prstGeom xmlns:a="http://schemas.openxmlformats.org/drawingml/2006/main" prst="rect">
            <a:avLst/>
          </a:prstGeom>
          <a:solidFill xmlns:a="http://schemas.openxmlformats.org/drawingml/2006/main">
            <a:srgbClr val="F0ECE4"/>
          </a:solidFill>
          <a:ln xmlns:a="http://schemas.openxmlformats.org/drawingml/2006/main" w="14288">
            <a:solidFill>
              <a:srgbClr val="898176"/>
            </a:solidFill>
          </a:ln>
        </p:spPr>
        <p:txBody>
          <a:bodyPr xmlns:a="http://schemas.openxmlformats.org/drawingml/2006/main" lIns="95250" tIns="95250" rIns="95250" bIns="95250" anchor="ctr">
            <a:noAutofit/>
          </a:bodyPr>
          <a:lstStyle xmlns:a="http://schemas.openxmlformats.org/drawingml/2006/main">
            <a:defPPr algn="ctr">
              <a:defRPr sz="1875">
                <a:solidFill>
                  <a:srgbClr val="282B29"/>
                </a:solidFill>
                <a:latin typeface="Calibri"/>
                <a:ea typeface="Calibri"/>
                <a:cs typeface="Calibri"/>
              </a:defRPr>
            </a:defPPr>
          </a:lstStyle>
          <a:p xmlns:a="http://schemas.openxmlformats.org/drawingml/2006/main">
            <a:pPr marL="0" indent="0" algn="ctr">
              <a:buNone/>
              <a:defRPr sz="1875">
                <a:solidFill>
                  <a:srgbClr val="282B29"/>
                </a:solidFill>
                <a:latin typeface="Calibri"/>
                <a:ea typeface="Calibri"/>
                <a:cs typeface="Calibri"/>
              </a:defRPr>
            </a:pPr>
            <a:r>
              <a:rPr sz="1875">
                <a:solidFill>
                  <a:srgbClr val="282B29"/>
                </a:solidFill>
                <a:latin typeface="Calibri"/>
                <a:ea typeface="Calibri"/>
                <a:cs typeface="Calibri"/>
              </a:rPr>
              <a:t>Return answer</a:t>
            </a:r>
          </a:p>
          <a:p xmlns:a="http://schemas.openxmlformats.org/drawingml/2006/main">
            <a:pPr marL="0" indent="0" algn="ctr">
              <a:buNone/>
              <a:defRPr sz="1875">
                <a:solidFill>
                  <a:srgbClr val="282B29"/>
                </a:solidFill>
                <a:latin typeface="Calibri"/>
                <a:ea typeface="Calibri"/>
                <a:cs typeface="Calibri"/>
              </a:defRPr>
            </a:pPr>
            <a:r>
              <a:rPr sz="1875">
                <a:solidFill>
                  <a:srgbClr val="282B29"/>
                </a:solidFill>
                <a:latin typeface="Calibri"/>
                <a:ea typeface="Calibri"/>
                <a:cs typeface="Calibri"/>
              </a:rPr>
              <a:t>Cache if answered</a:t>
            </a:r>
          </a:p>
        </p:txBody>
      </p:sp>
      <p:sp>
        <p:nvSpPr>
          <p:cNvPr id="7" name="">
            <a:extLst xmlns:a="http://schemas.openxmlformats.org/drawingml/2006/main">
              <a:ext uri="{FF2B5EF4-FFF2-40B4-BE49-F238E27FC236}">
                <a16:creationId xmlns:a16="http://schemas.microsoft.com/office/drawing/2014/main" id="{1B684174-B640-4A78-8AE3-4BA17D2547B9}"/>
              </a:ext>
            </a:extLst>
          </p:cNvPr>
          <p:cNvSpPr>
            <a:spLocks xmlns:a="http://schemas.openxmlformats.org/drawingml/2006/main" noGrp="1"/>
          </p:cNvSpPr>
          <p:nvPr/>
        </p:nvSpPr>
        <p:spPr>
          <a:xfrm xmlns:a="http://schemas.openxmlformats.org/drawingml/2006/main">
            <a:off x="8267700" y="1924050"/>
            <a:ext cx="6572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625F58"/>
                </a:solidFill>
                <a:latin typeface="Calibri"/>
                <a:ea typeface="Calibri"/>
                <a:cs typeface="Calibri"/>
              </a:defRPr>
            </a:defPPr>
          </a:lstStyle>
          <a:p xmlns:a="http://schemas.openxmlformats.org/drawingml/2006/main">
            <a:pPr marL="0" indent="0" algn="ctr">
              <a:lnSpc>
                <a:spcPct val="112000"/>
              </a:lnSpc>
              <a:buNone/>
              <a:defRPr sz="1575" b="0">
                <a:solidFill>
                  <a:srgbClr val="625F58"/>
                </a:solidFill>
                <a:latin typeface="Calibri"/>
                <a:ea typeface="Calibri"/>
                <a:cs typeface="Calibri"/>
              </a:defRPr>
            </a:pPr>
            <a:r>
              <a:rPr sz="1575" b="0">
                <a:solidFill>
                  <a:srgbClr val="625F58"/>
                </a:solidFill>
                <a:latin typeface="Calibri"/>
                <a:ea typeface="Calibri"/>
                <a:cs typeface="Calibri"/>
              </a:rPr>
              <a:t>pass</a:t>
            </a:r>
          </a:p>
        </p:txBody>
      </p:sp>
      <p:sp>
        <p:nvSpPr>
          <p:cNvPr id="8" name="">
            <a:extLst xmlns:a="http://schemas.openxmlformats.org/drawingml/2006/main">
              <a:ext uri="{FF2B5EF4-FFF2-40B4-BE49-F238E27FC236}">
                <a16:creationId xmlns:a16="http://schemas.microsoft.com/office/drawing/2014/main" id="{14842853-3417-4326-82AE-4314EA9E7674}"/>
              </a:ext>
            </a:extLst>
          </p:cNvPr>
          <p:cNvSpPr>
            <a:spLocks xmlns:a="http://schemas.openxmlformats.org/drawingml/2006/main" noGrp="1"/>
          </p:cNvSpPr>
          <p:nvPr/>
        </p:nvSpPr>
        <p:spPr>
          <a:xfrm xmlns:a="http://schemas.openxmlformats.org/drawingml/2006/main">
            <a:off x="4810125" y="3714750"/>
            <a:ext cx="3381375" cy="1104900"/>
          </a:xfrm>
          <a:prstGeom xmlns:a="http://schemas.openxmlformats.org/drawingml/2006/main" prst="rect">
            <a:avLst/>
          </a:prstGeom>
          <a:solidFill xmlns:a="http://schemas.openxmlformats.org/drawingml/2006/main">
            <a:srgbClr val="303735"/>
          </a:solidFill>
          <a:ln xmlns:a="http://schemas.openxmlformats.org/drawingml/2006/main" w="14288">
            <a:solidFill>
              <a:srgbClr val="303735"/>
            </a:solidFill>
          </a:ln>
        </p:spPr>
        <p:txBody>
          <a:bodyPr xmlns:a="http://schemas.openxmlformats.org/drawingml/2006/main" lIns="95250" tIns="95250" rIns="95250" bIns="95250" anchor="ctr">
            <a:noAutofit/>
          </a:bodyPr>
          <a:lstStyle xmlns:a="http://schemas.openxmlformats.org/drawingml/2006/main">
            <a:defPPr algn="ctr">
              <a:defRPr sz="1875">
                <a:solidFill>
                  <a:srgbClr val="FFFFFF"/>
                </a:solidFill>
                <a:latin typeface="Calibri"/>
                <a:ea typeface="Calibri"/>
                <a:cs typeface="Calibri"/>
              </a:defRPr>
            </a:defPPr>
          </a:lstStyle>
          <a:p xmlns:a="http://schemas.openxmlformats.org/drawingml/2006/main">
            <a:pPr marL="0" indent="0" algn="ctr">
              <a:buNone/>
              <a:defRPr sz="1875">
                <a:solidFill>
                  <a:srgbClr val="FFFFFF"/>
                </a:solidFill>
                <a:latin typeface="Calibri"/>
                <a:ea typeface="Calibri"/>
                <a:cs typeface="Calibri"/>
              </a:defRPr>
            </a:pPr>
            <a:r>
              <a:rPr sz="1875">
                <a:solidFill>
                  <a:srgbClr val="FFFFFF"/>
                </a:solidFill>
                <a:latin typeface="Calibri"/>
                <a:ea typeface="Calibri"/>
                <a:cs typeface="Calibri"/>
              </a:rPr>
              <a:t>One model repair</a:t>
            </a:r>
          </a:p>
          <a:p xmlns:a="http://schemas.openxmlformats.org/drawingml/2006/main">
            <a:pPr marL="0" indent="0" algn="ctr">
              <a:buNone/>
              <a:defRPr sz="1875">
                <a:solidFill>
                  <a:srgbClr val="FFFFFF"/>
                </a:solidFill>
                <a:latin typeface="Calibri"/>
                <a:ea typeface="Calibri"/>
                <a:cs typeface="Calibri"/>
              </a:defRPr>
            </a:pPr>
            <a:r>
              <a:rPr sz="1875">
                <a:solidFill>
                  <a:srgbClr val="FFFFFF"/>
                </a:solidFill>
                <a:latin typeface="Calibri"/>
                <a:ea typeface="Calibri"/>
                <a:cs typeface="Calibri"/>
              </a:rPr>
              <a:t>Code checks again</a:t>
            </a:r>
          </a:p>
        </p:txBody>
      </p:sp>
      <p:sp>
        <p:nvSpPr>
          <p:cNvPr id="10" name="">
            <a:extLst xmlns:a="http://schemas.openxmlformats.org/drawingml/2006/main">
              <a:ext uri="{FF2B5EF4-FFF2-40B4-BE49-F238E27FC236}">
                <a16:creationId xmlns:a16="http://schemas.microsoft.com/office/drawing/2014/main" id="{A1AFCB08-CE82-4CDC-A211-1E52D519CA76}"/>
              </a:ext>
            </a:extLst>
          </p:cNvPr>
          <p:cNvSpPr>
            <a:spLocks xmlns:a="http://schemas.openxmlformats.org/drawingml/2006/main" noGrp="1"/>
          </p:cNvSpPr>
          <p:nvPr/>
        </p:nvSpPr>
        <p:spPr>
          <a:xfrm xmlns:a="http://schemas.openxmlformats.org/drawingml/2006/main">
            <a:off x="6724650" y="31527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25F58"/>
                </a:solidFill>
                <a:latin typeface="Calibri"/>
                <a:ea typeface="Calibri"/>
                <a:cs typeface="Calibri"/>
              </a:defRPr>
            </a:defPPr>
          </a:lstStyle>
          <a:p xmlns:a="http://schemas.openxmlformats.org/drawingml/2006/main">
            <a:pPr marL="0" indent="0" algn="l">
              <a:lnSpc>
                <a:spcPct val="112000"/>
              </a:lnSpc>
              <a:buNone/>
              <a:defRPr sz="1650" b="0">
                <a:solidFill>
                  <a:srgbClr val="625F58"/>
                </a:solidFill>
                <a:latin typeface="Calibri"/>
                <a:ea typeface="Calibri"/>
                <a:cs typeface="Calibri"/>
              </a:defRPr>
            </a:pPr>
            <a:r>
              <a:rPr sz="1650" b="0">
                <a:solidFill>
                  <a:srgbClr val="625F58"/>
                </a:solidFill>
                <a:latin typeface="Calibri"/>
                <a:ea typeface="Calibri"/>
                <a:cs typeface="Calibri"/>
              </a:rPr>
              <a:t>fail</a:t>
            </a:r>
          </a:p>
        </p:txBody>
      </p:sp>
      <p:sp>
        <p:nvSpPr>
          <p:cNvPr id="11" name="">
            <a:extLst xmlns:a="http://schemas.openxmlformats.org/drawingml/2006/main">
              <a:ext uri="{FF2B5EF4-FFF2-40B4-BE49-F238E27FC236}">
                <a16:creationId xmlns:a16="http://schemas.microsoft.com/office/drawing/2014/main" id="{0417EA69-F294-4A6C-AA6B-070FF6B31710}"/>
              </a:ext>
            </a:extLst>
          </p:cNvPr>
          <p:cNvSpPr>
            <a:spLocks xmlns:a="http://schemas.openxmlformats.org/drawingml/2006/main" noGrp="1"/>
          </p:cNvSpPr>
          <p:nvPr/>
        </p:nvSpPr>
        <p:spPr>
          <a:xfrm xmlns:a="http://schemas.openxmlformats.org/drawingml/2006/main">
            <a:off x="762000" y="3714750"/>
            <a:ext cx="3238500" cy="1104900"/>
          </a:xfrm>
          <a:prstGeom xmlns:a="http://schemas.openxmlformats.org/drawingml/2006/main" prst="rect">
            <a:avLst/>
          </a:prstGeom>
          <a:solidFill xmlns:a="http://schemas.openxmlformats.org/drawingml/2006/main">
            <a:srgbClr val="F0ECE4"/>
          </a:solidFill>
          <a:ln xmlns:a="http://schemas.openxmlformats.org/drawingml/2006/main" w="14288">
            <a:solidFill>
              <a:srgbClr val="898176"/>
            </a:solidFill>
          </a:ln>
        </p:spPr>
        <p:txBody>
          <a:bodyPr xmlns:a="http://schemas.openxmlformats.org/drawingml/2006/main" lIns="95250" tIns="95250" rIns="95250" bIns="95250" anchor="ctr">
            <a:noAutofit/>
          </a:bodyPr>
          <a:lstStyle xmlns:a="http://schemas.openxmlformats.org/drawingml/2006/main">
            <a:defPPr algn="ctr">
              <a:defRPr sz="1875">
                <a:solidFill>
                  <a:srgbClr val="282B29"/>
                </a:solidFill>
                <a:latin typeface="Calibri"/>
                <a:ea typeface="Calibri"/>
                <a:cs typeface="Calibri"/>
              </a:defRPr>
            </a:defPPr>
          </a:lstStyle>
          <a:p xmlns:a="http://schemas.openxmlformats.org/drawingml/2006/main">
            <a:pPr marL="0" indent="0" algn="ctr">
              <a:buNone/>
              <a:defRPr sz="1875">
                <a:solidFill>
                  <a:srgbClr val="282B29"/>
                </a:solidFill>
                <a:latin typeface="Calibri"/>
                <a:ea typeface="Calibri"/>
                <a:cs typeface="Calibri"/>
              </a:defRPr>
            </a:pPr>
            <a:r>
              <a:rPr sz="1875">
                <a:solidFill>
                  <a:srgbClr val="282B29"/>
                </a:solidFill>
                <a:latin typeface="Calibri"/>
                <a:ea typeface="Calibri"/>
                <a:cs typeface="Calibri"/>
              </a:rPr>
              <a:t>Withhold answer</a:t>
            </a:r>
          </a:p>
          <a:p xmlns:a="http://schemas.openxmlformats.org/drawingml/2006/main">
            <a:pPr marL="0" indent="0" algn="ctr">
              <a:buNone/>
              <a:defRPr sz="1875">
                <a:solidFill>
                  <a:srgbClr val="282B29"/>
                </a:solidFill>
                <a:latin typeface="Calibri"/>
                <a:ea typeface="Calibri"/>
                <a:cs typeface="Calibri"/>
              </a:defRPr>
            </a:pPr>
            <a:r>
              <a:rPr sz="1875">
                <a:solidFill>
                  <a:srgbClr val="282B29"/>
                </a:solidFill>
                <a:latin typeface="Calibri"/>
                <a:ea typeface="Calibri"/>
                <a:cs typeface="Calibri"/>
              </a:rPr>
              <a:t>Do not cache</a:t>
            </a:r>
          </a:p>
        </p:txBody>
      </p:sp>
      <p:sp>
        <p:nvSpPr>
          <p:cNvPr id="13" name="">
            <a:extLst xmlns:a="http://schemas.openxmlformats.org/drawingml/2006/main">
              <a:ext uri="{FF2B5EF4-FFF2-40B4-BE49-F238E27FC236}">
                <a16:creationId xmlns:a16="http://schemas.microsoft.com/office/drawing/2014/main" id="{BC2184C0-1914-47BC-9D39-F36EA4347FD0}"/>
              </a:ext>
            </a:extLst>
          </p:cNvPr>
          <p:cNvSpPr>
            <a:spLocks xmlns:a="http://schemas.openxmlformats.org/drawingml/2006/main" noGrp="1"/>
          </p:cNvSpPr>
          <p:nvPr/>
        </p:nvSpPr>
        <p:spPr>
          <a:xfrm xmlns:a="http://schemas.openxmlformats.org/drawingml/2006/main">
            <a:off x="4095750" y="4000500"/>
            <a:ext cx="647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625F58"/>
                </a:solidFill>
                <a:latin typeface="Calibri"/>
                <a:ea typeface="Calibri"/>
                <a:cs typeface="Calibri"/>
              </a:defRPr>
            </a:defPPr>
          </a:lstStyle>
          <a:p xmlns:a="http://schemas.openxmlformats.org/drawingml/2006/main">
            <a:pPr marL="0" indent="0" algn="ctr">
              <a:lnSpc>
                <a:spcPct val="112000"/>
              </a:lnSpc>
              <a:buNone/>
              <a:defRPr sz="1500" b="0">
                <a:solidFill>
                  <a:srgbClr val="625F58"/>
                </a:solidFill>
                <a:latin typeface="Calibri"/>
                <a:ea typeface="Calibri"/>
                <a:cs typeface="Calibri"/>
              </a:defRPr>
            </a:pPr>
            <a:r>
              <a:rPr sz="1500" b="0">
                <a:solidFill>
                  <a:srgbClr val="625F58"/>
                </a:solidFill>
                <a:latin typeface="Calibri"/>
                <a:ea typeface="Calibri"/>
                <a:cs typeface="Calibri"/>
              </a:rPr>
              <a:t>still fails</a:t>
            </a:r>
          </a:p>
        </p:txBody>
      </p:sp>
      <p:sp>
        <p:nvSpPr>
          <p:cNvPr id="15" name="">
            <a:extLst xmlns:a="http://schemas.openxmlformats.org/drawingml/2006/main">
              <a:ext uri="{FF2B5EF4-FFF2-40B4-BE49-F238E27FC236}">
                <a16:creationId xmlns:a16="http://schemas.microsoft.com/office/drawing/2014/main" id="{D356304C-8113-4CBE-955A-C02BAFC09AA6}"/>
              </a:ext>
            </a:extLst>
          </p:cNvPr>
          <p:cNvSpPr>
            <a:spLocks xmlns:a="http://schemas.openxmlformats.org/drawingml/2006/main" noGrp="1"/>
          </p:cNvSpPr>
          <p:nvPr/>
        </p:nvSpPr>
        <p:spPr>
          <a:xfrm xmlns:a="http://schemas.openxmlformats.org/drawingml/2006/main">
            <a:off x="8877300" y="305752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5F58"/>
                </a:solidFill>
                <a:latin typeface="Calibri"/>
                <a:ea typeface="Calibri"/>
                <a:cs typeface="Calibri"/>
              </a:defRPr>
            </a:defPPr>
          </a:lstStyle>
          <a:p xmlns:a="http://schemas.openxmlformats.org/drawingml/2006/main">
            <a:pPr marL="0" indent="0" algn="l">
              <a:lnSpc>
                <a:spcPct val="112000"/>
              </a:lnSpc>
              <a:buNone/>
              <a:defRPr sz="1575" b="0">
                <a:solidFill>
                  <a:srgbClr val="625F58"/>
                </a:solidFill>
                <a:latin typeface="Calibri"/>
                <a:ea typeface="Calibri"/>
                <a:cs typeface="Calibri"/>
              </a:defRPr>
            </a:pPr>
            <a:r>
              <a:rPr sz="1575" b="0">
                <a:solidFill>
                  <a:srgbClr val="625F58"/>
                </a:solidFill>
                <a:latin typeface="Calibri"/>
                <a:ea typeface="Calibri"/>
                <a:cs typeface="Calibri"/>
              </a:rPr>
              <a:t>repair passes</a:t>
            </a:r>
          </a:p>
        </p:txBody>
      </p:sp>
      <p:sp>
        <p:nvSpPr>
          <p:cNvPr id="16" name="">
            <a:extLst xmlns:a="http://schemas.openxmlformats.org/drawingml/2006/main">
              <a:ext uri="{FF2B5EF4-FFF2-40B4-BE49-F238E27FC236}">
                <a16:creationId xmlns:a16="http://schemas.microsoft.com/office/drawing/2014/main" id="{93CB91F2-FFFB-4D65-8989-9BB295D42814}"/>
              </a:ext>
            </a:extLst>
          </p:cNvPr>
          <p:cNvSpPr>
            <a:spLocks xmlns:a="http://schemas.openxmlformats.org/drawingml/2006/main" noGrp="1"/>
          </p:cNvSpPr>
          <p:nvPr/>
        </p:nvSpPr>
        <p:spPr>
          <a:xfrm xmlns:a="http://schemas.openxmlformats.org/drawingml/2006/main">
            <a:off x="762000" y="53054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9A512F"/>
                </a:solidFill>
                <a:latin typeface="Calibri"/>
                <a:ea typeface="Calibri"/>
                <a:cs typeface="Calibri"/>
              </a:defRPr>
            </a:defPPr>
          </a:lstStyle>
          <a:p xmlns:a="http://schemas.openxmlformats.org/drawingml/2006/main">
            <a:pPr marL="0" indent="0" algn="l">
              <a:lnSpc>
                <a:spcPct val="112000"/>
              </a:lnSpc>
              <a:buNone/>
              <a:defRPr sz="2175" b="1">
                <a:solidFill>
                  <a:srgbClr val="9A512F"/>
                </a:solidFill>
                <a:latin typeface="Calibri"/>
                <a:ea typeface="Calibri"/>
                <a:cs typeface="Calibri"/>
              </a:defRPr>
            </a:pPr>
            <a:r>
              <a:rPr sz="2175" b="1">
                <a:solidFill>
                  <a:srgbClr val="9A512F"/>
                </a:solidFill>
                <a:latin typeface="Calibri"/>
                <a:ea typeface="Calibri"/>
                <a:cs typeface="Calibri"/>
              </a:rPr>
              <a:t>Citation validation checks source occurrence.</a:t>
            </a:r>
          </a:p>
          <a:p xmlns:a="http://schemas.openxmlformats.org/drawingml/2006/main">
            <a:pPr marL="0" indent="0" algn="l">
              <a:lnSpc>
                <a:spcPct val="112000"/>
              </a:lnSpc>
              <a:buNone/>
              <a:defRPr sz="2175" b="1">
                <a:solidFill>
                  <a:srgbClr val="9A512F"/>
                </a:solidFill>
                <a:latin typeface="Calibri"/>
                <a:ea typeface="Calibri"/>
                <a:cs typeface="Calibri"/>
              </a:defRPr>
            </a:pPr>
            <a:r>
              <a:rPr sz="2175" b="1">
                <a:solidFill>
                  <a:srgbClr val="9A512F"/>
                </a:solidFill>
                <a:latin typeface="Calibri"/>
                <a:ea typeface="Calibri"/>
                <a:cs typeface="Calibri"/>
              </a:rPr>
              <a:t>Human review still assesses factual support and completeness.</a:t>
            </a:r>
          </a:p>
        </p:txBody>
      </p:sp>
      <p:sp>
        <p:nvSpPr>
          <p:cNvPr id="17" name="">
            <a:extLst xmlns:a="http://schemas.openxmlformats.org/drawingml/2006/main">
              <a:ext uri="{FF2B5EF4-FFF2-40B4-BE49-F238E27FC236}">
                <a16:creationId xmlns:a16="http://schemas.microsoft.com/office/drawing/2014/main" id="{B529517E-B06D-4F94-980A-0876BB27C1A4}"/>
              </a:ext>
            </a:extLst>
          </p:cNvPr>
          <p:cNvSpPr>
            <a:spLocks xmlns:a="http://schemas.openxmlformats.org/drawingml/2006/main" noGrp="1"/>
          </p:cNvSpPr>
          <p:nvPr/>
        </p:nvSpPr>
        <p:spPr>
          <a:xfrm xmlns:a="http://schemas.openxmlformats.org/drawingml/2006/main">
            <a:off x="762000" y="61150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25F58"/>
                </a:solidFill>
                <a:latin typeface="Calibri"/>
                <a:ea typeface="Calibri"/>
                <a:cs typeface="Calibri"/>
              </a:defRPr>
            </a:defPPr>
          </a:lstStyle>
          <a:p xmlns:a="http://schemas.openxmlformats.org/drawingml/2006/main">
            <a:pPr marL="0" indent="0" algn="l">
              <a:lnSpc>
                <a:spcPct val="112000"/>
              </a:lnSpc>
              <a:buNone/>
              <a:defRPr sz="1500" b="0">
                <a:solidFill>
                  <a:srgbClr val="625F58"/>
                </a:solidFill>
                <a:latin typeface="Calibri"/>
                <a:ea typeface="Calibri"/>
                <a:cs typeface="Calibri"/>
              </a:defRPr>
            </a:pPr>
            <a:r>
              <a:rPr sz="1500" b="0">
                <a:solidFill>
                  <a:srgbClr val="625F58"/>
                </a:solidFill>
                <a:latin typeface="Calibri"/>
                <a:ea typeface="Calibri"/>
                <a:cs typeface="Calibri"/>
              </a:rPr>
              <a:t>Quotation checks normalize whitespace. Cache: 64 entries, 15-minute expiry, oldest entry removed first.</a:t>
            </a:r>
          </a:p>
        </p:txBody>
      </p:sp>
    </p:spTree>
    <p:extLst>
      <p:ext uri="{BB962C8B-B14F-4D97-AF65-F5344CB8AC3E}">
        <p14:creationId xmlns:p14="http://schemas.microsoft.com/office/powerpoint/2010/main" val="398715347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official-section-heading">
            <a:extLst xmlns:a="http://schemas.openxmlformats.org/drawingml/2006/main">
              <a:ext uri="{FF2B5EF4-FFF2-40B4-BE49-F238E27FC236}">
                <a16:creationId xmlns:a16="http://schemas.microsoft.com/office/drawing/2014/main" id="{F830A615-C823-4AEB-9640-F75A3BB854EB}"/>
              </a:ext>
            </a:extLst>
          </p:cNvPr>
          <p:cNvSpPr>
            <a:spLocks xmlns:a="http://schemas.openxmlformats.org/drawingml/2006/main" noGrp="1"/>
          </p:cNvSpPr>
          <p:nvPr/>
        </p:nvSpPr>
        <p:spPr>
          <a:xfrm xmlns:a="http://schemas.openxmlformats.org/drawingml/2006/main">
            <a:off x="714375" y="55245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9A512F"/>
                </a:solidFill>
                <a:latin typeface="Calibri"/>
                <a:ea typeface="Calibri"/>
                <a:cs typeface="Calibri"/>
              </a:defRPr>
            </a:defPPr>
          </a:lstStyle>
          <a:p xmlns:a="http://schemas.openxmlformats.org/drawingml/2006/main">
            <a:pPr>
              <a:buNone/>
              <a:defRPr sz="3000" b="1">
                <a:solidFill>
                  <a:srgbClr val="9A512F"/>
                </a:solidFill>
                <a:latin typeface="Calibri"/>
                <a:ea typeface="Calibri"/>
                <a:cs typeface="Calibri"/>
              </a:defRPr>
            </a:pPr>
            <a:r>
              <a:rPr sz="3000" b="1">
                <a:solidFill>
                  <a:srgbClr val="9A512F"/>
                </a:solidFill>
                <a:latin typeface="Calibri"/>
                <a:ea typeface="Calibri"/>
                <a:cs typeface="Calibri"/>
              </a:rPr>
              <a:t>Retrieval and Evaluation</a:t>
            </a:r>
          </a:p>
        </p:txBody>
      </p:sp>
      <p:sp>
        <p:nvSpPr>
          <p:cNvPr id="2" name="stage-question">
            <a:extLst xmlns:a="http://schemas.openxmlformats.org/drawingml/2006/main">
              <a:ext uri="{FF2B5EF4-FFF2-40B4-BE49-F238E27FC236}">
                <a16:creationId xmlns:a16="http://schemas.microsoft.com/office/drawing/2014/main" id="{2CA682DB-EF4F-4D43-9A4A-3ECEB4A8E41F}"/>
              </a:ext>
            </a:extLst>
          </p:cNvPr>
          <p:cNvSpPr>
            <a:spLocks xmlns:a="http://schemas.openxmlformats.org/drawingml/2006/main" noGrp="1"/>
          </p:cNvSpPr>
          <p:nvPr/>
        </p:nvSpPr>
        <p:spPr>
          <a:xfrm xmlns:a="http://schemas.openxmlformats.org/drawingml/2006/main">
            <a:off x="762000" y="1323975"/>
            <a:ext cx="10668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75" b="1">
                <a:solidFill>
                  <a:srgbClr val="282B29"/>
                </a:solidFill>
                <a:latin typeface="Calibri"/>
                <a:ea typeface="Calibri"/>
                <a:cs typeface="Calibri"/>
              </a:defRPr>
            </a:defPPr>
          </a:lstStyle>
          <a:p xmlns:a="http://schemas.openxmlformats.org/drawingml/2006/main">
            <a:pPr>
              <a:buNone/>
              <a:defRPr sz="2175" b="1">
                <a:solidFill>
                  <a:srgbClr val="282B29"/>
                </a:solidFill>
                <a:latin typeface="Calibri"/>
                <a:ea typeface="Calibri"/>
                <a:cs typeface="Calibri"/>
              </a:defRPr>
            </a:pPr>
            <a:r>
              <a:rPr sz="2175" b="1">
                <a:solidFill>
                  <a:srgbClr val="282B29"/>
                </a:solidFill>
                <a:latin typeface="Calibri"/>
                <a:ea typeface="Calibri"/>
                <a:cs typeface="Calibri"/>
              </a:rPr>
              <a:t>Did the evidence fail to arrive, or did the answer mishandle it?</a:t>
            </a:r>
          </a:p>
        </p:txBody>
      </p:sp>
      <p:graphicFrame>
        <p:nvGraphicFramePr>
          <p:cNvPr id="3" name="">
            <a:extLst xmlns:a="http://schemas.openxmlformats.org/drawingml/2006/main">
              <a:ext uri="{FF2B5EF4-FFF2-40B4-BE49-F238E27FC236}">
                <a16:creationId xmlns:a16="http://schemas.microsoft.com/office/drawing/2014/main" id="{8E71CB41-6E8E-4CC7-9B6B-C059A8E6FABC}"/>
              </a:ext>
            </a:extLst>
          </p:cNvPr>
          <p:cNvGraphicFramePr/>
          <p:nvPr/>
        </p:nvGraphicFramePr>
        <p:xfrm>
          <a:off xmlns:a="http://schemas.openxmlformats.org/drawingml/2006/main" x="762000" y="1943100"/>
          <a:ext xmlns:a="http://schemas.openxmlformats.org/drawingml/2006/main" cx="10668000" cy="3790950"/>
        </p:xfrm>
        <a:graphic xmlns:a="http://schemas.openxmlformats.org/drawingml/2006/main">
          <a:graphicData uri="http://schemas.openxmlformats.org/drawingml/2006/table">
            <a:tbl>
              <a:tblPr/>
              <a:tblGrid>
                <a:gridCol w="1809750"/>
                <a:gridCol w="4476750"/>
                <a:gridCol w="4381500"/>
              </a:tblGrid>
              <a:tr h="631825">
                <a:tc>
                  <a:txBody>
                    <a:bodyPr/>
                    <a:lstStyle/>
                    <a:p>
                      <a:r>
                        <a:rPr sz="1800" b="1">
                          <a:solidFill>
                            <a:srgbClr val="FFFFFF"/>
                          </a:solidFill>
                          <a:latin typeface="Calibri"/>
                          <a:ea typeface="Calibri"/>
                          <a:cs typeface="Calibri"/>
                        </a:rPr>
                        <a:t>Stage</a:t>
                      </a:r>
                    </a:p>
                  </a:txBody>
                  <a:tcPr marL="91440" marR="91440" marT="45720" marB="45720">
                    <a:solidFill>
                      <a:srgbClr val="9A512F"/>
                    </a:solidFill>
                  </a:tcPr>
                </a:tc>
                <a:tc>
                  <a:txBody>
                    <a:bodyPr/>
                    <a:lstStyle/>
                    <a:p>
                      <a:r>
                        <a:rPr sz="1800" b="1">
                          <a:solidFill>
                            <a:srgbClr val="FFFFFF"/>
                          </a:solidFill>
                          <a:latin typeface="Calibri"/>
                          <a:ea typeface="Calibri"/>
                          <a:cs typeface="Calibri"/>
                        </a:rPr>
                        <a:t>What the saved evidence shows</a:t>
                      </a:r>
                    </a:p>
                  </a:txBody>
                  <a:tcPr marL="91440" marR="91440" marT="45720" marB="45720">
                    <a:solidFill>
                      <a:srgbClr val="9A512F"/>
                    </a:solidFill>
                  </a:tcPr>
                </a:tc>
                <a:tc>
                  <a:txBody>
                    <a:bodyPr/>
                    <a:lstStyle/>
                    <a:p>
                      <a:r>
                        <a:rPr sz="1800" b="1">
                          <a:solidFill>
                            <a:srgbClr val="FFFFFF"/>
                          </a:solidFill>
                          <a:latin typeface="Calibri"/>
                          <a:ea typeface="Calibri"/>
                          <a:cs typeface="Calibri"/>
                        </a:rPr>
                        <a:t>What it does not establish</a:t>
                      </a:r>
                    </a:p>
                  </a:txBody>
                  <a:tcPr marL="91440" marR="91440" marT="45720" marB="45720">
                    <a:solidFill>
                      <a:srgbClr val="9A512F"/>
                    </a:solidFill>
                  </a:tcPr>
                </a:tc>
              </a:tr>
              <a:tr h="631825">
                <a:tc>
                  <a:txBody>
                    <a:bodyPr/>
                    <a:lstStyle/>
                    <a:p>
                      <a:r>
                        <a:rPr sz="1800" b="0">
                          <a:solidFill>
                            <a:srgbClr val="282B29"/>
                          </a:solidFill>
                          <a:latin typeface="Calibri"/>
                          <a:ea typeface="Calibri"/>
                          <a:cs typeface="Calibri"/>
                        </a:rPr>
                        <a:t>Ingestion</a:t>
                      </a:r>
                    </a:p>
                  </a:txBody>
                  <a:tcPr marL="91440" marR="91440" marT="45720" marB="45720">
                    <a:solidFill>
                      <a:srgbClr val="F0ECE4"/>
                    </a:solidFill>
                  </a:tcPr>
                </a:tc>
                <a:tc>
                  <a:txBody>
                    <a:bodyPr/>
                    <a:lstStyle/>
                    <a:p>
                      <a:r>
                        <a:rPr sz="1800" b="0">
                          <a:solidFill>
                            <a:srgbClr val="282B29"/>
                          </a:solidFill>
                          <a:latin typeface="Calibri"/>
                          <a:ea typeface="Calibri"/>
                          <a:cs typeface="Calibri"/>
                        </a:rPr>
                        <a:t>153 PDFs, 6,059 readable pages.</a:t>
                      </a:r>
                    </a:p>
                    <a:p>
                      <a:r>
                        <a:rPr sz="1800" b="0">
                          <a:solidFill>
                            <a:srgbClr val="282B29"/>
                          </a:solidFill>
                          <a:latin typeface="Calibri"/>
                          <a:ea typeface="Calibri"/>
                          <a:cs typeface="Calibri"/>
                        </a:rPr>
                        <a:t>Extraction warning observed.</a:t>
                      </a:r>
                    </a:p>
                  </a:txBody>
                  <a:tcPr marL="91440" marR="91440" marT="45720" marB="45720">
                    <a:solidFill>
                      <a:srgbClr val="F0ECE4"/>
                    </a:solidFill>
                  </a:tcPr>
                </a:tc>
                <a:tc>
                  <a:txBody>
                    <a:bodyPr/>
                    <a:lstStyle/>
                    <a:p>
                      <a:r>
                        <a:rPr sz="1800" b="0">
                          <a:solidFill>
                            <a:srgbClr val="282B29"/>
                          </a:solidFill>
                          <a:latin typeface="Calibri"/>
                          <a:ea typeface="Calibri"/>
                          <a:cs typeface="Calibri"/>
                        </a:rPr>
                        <a:t>Complete extraction of every</a:t>
                      </a:r>
                    </a:p>
                    <a:p>
                      <a:r>
                        <a:rPr sz="1800" b="0">
                          <a:solidFill>
                            <a:srgbClr val="282B29"/>
                          </a:solidFill>
                          <a:latin typeface="Calibri"/>
                          <a:ea typeface="Calibri"/>
                          <a:cs typeface="Calibri"/>
                        </a:rPr>
                        <a:t>table, figure, or passage.</a:t>
                      </a:r>
                    </a:p>
                  </a:txBody>
                  <a:tcPr marL="91440" marR="91440" marT="45720" marB="45720">
                    <a:solidFill>
                      <a:srgbClr val="F0ECE4"/>
                    </a:solidFill>
                  </a:tcPr>
                </a:tc>
              </a:tr>
              <a:tr h="631825">
                <a:tc>
                  <a:txBody>
                    <a:bodyPr/>
                    <a:lstStyle/>
                    <a:p>
                      <a:r>
                        <a:rPr sz="1800" b="0">
                          <a:solidFill>
                            <a:srgbClr val="282B29"/>
                          </a:solidFill>
                          <a:latin typeface="Calibri"/>
                          <a:ea typeface="Calibri"/>
                          <a:cs typeface="Calibri"/>
                        </a:rPr>
                        <a:t>Retrieval</a:t>
                      </a:r>
                    </a:p>
                  </a:txBody>
                  <a:tcPr marL="91440" marR="91440" marT="45720" marB="45720">
                    <a:solidFill>
                      <a:srgbClr val="FFFFFF"/>
                    </a:solidFill>
                  </a:tcPr>
                </a:tc>
                <a:tc>
                  <a:txBody>
                    <a:bodyPr/>
                    <a:lstStyle/>
                    <a:p>
                      <a:r>
                        <a:rPr sz="1800" b="0">
                          <a:solidFill>
                            <a:srgbClr val="282B29"/>
                          </a:solidFill>
                          <a:latin typeface="Calibri"/>
                          <a:ea typeface="Calibri"/>
                          <a:cs typeface="Calibri"/>
                        </a:rPr>
                        <a:t>B0: identical baseline/cold pages.</a:t>
                      </a:r>
                    </a:p>
                    <a:p>
                      <a:r>
                        <a:rPr sz="1800" b="0">
                          <a:solidFill>
                            <a:srgbClr val="282B29"/>
                          </a:solidFill>
                          <a:latin typeface="Calibri"/>
                          <a:ea typeface="Calibri"/>
                          <a:cs typeface="Calibri"/>
                        </a:rPr>
                        <a:t>Key supporting pages present.</a:t>
                      </a:r>
                    </a:p>
                  </a:txBody>
                  <a:tcPr marL="91440" marR="91440" marT="45720" marB="45720">
                    <a:solidFill>
                      <a:srgbClr val="FFFFFF"/>
                    </a:solidFill>
                  </a:tcPr>
                </a:tc>
                <a:tc>
                  <a:txBody>
                    <a:bodyPr/>
                    <a:lstStyle/>
                    <a:p>
                      <a:r>
                        <a:rPr sz="1800" b="0">
                          <a:solidFill>
                            <a:srgbClr val="282B29"/>
                          </a:solidFill>
                          <a:latin typeface="Calibri"/>
                          <a:ea typeface="Calibri"/>
                          <a:cs typeface="Calibri"/>
                        </a:rPr>
                        <a:t>Aggregate retrieval precision,</a:t>
                      </a:r>
                    </a:p>
                    <a:p>
                      <a:r>
                        <a:rPr sz="1800" b="0">
                          <a:solidFill>
                            <a:srgbClr val="282B29"/>
                          </a:solidFill>
                          <a:latin typeface="Calibri"/>
                          <a:ea typeface="Calibri"/>
                          <a:cs typeface="Calibri"/>
                        </a:rPr>
                        <a:t>recall, or ranking quality.</a:t>
                      </a:r>
                    </a:p>
                  </a:txBody>
                  <a:tcPr marL="91440" marR="91440" marT="45720" marB="45720">
                    <a:solidFill>
                      <a:srgbClr val="FFFFFF"/>
                    </a:solidFill>
                  </a:tcPr>
                </a:tc>
              </a:tr>
              <a:tr h="631825">
                <a:tc>
                  <a:txBody>
                    <a:bodyPr/>
                    <a:lstStyle/>
                    <a:p>
                      <a:r>
                        <a:rPr sz="1800" b="0">
                          <a:solidFill>
                            <a:srgbClr val="282B29"/>
                          </a:solidFill>
                          <a:latin typeface="Calibri"/>
                          <a:ea typeface="Calibri"/>
                          <a:cs typeface="Calibri"/>
                        </a:rPr>
                        <a:t>Answers</a:t>
                      </a:r>
                    </a:p>
                  </a:txBody>
                  <a:tcPr marL="91440" marR="91440" marT="45720" marB="45720">
                    <a:solidFill>
                      <a:srgbClr val="F0ECE4"/>
                    </a:solidFill>
                  </a:tcPr>
                </a:tc>
                <a:tc>
                  <a:txBody>
                    <a:bodyPr/>
                    <a:lstStyle/>
                    <a:p>
                      <a:r>
                        <a:rPr sz="1800" b="0">
                          <a:solidFill>
                            <a:srgbClr val="282B29"/>
                          </a:solidFill>
                          <a:latin typeface="Calibri"/>
                          <a:ea typeface="Calibri"/>
                          <a:cs typeface="Calibri"/>
                        </a:rPr>
                        <a:t>5/6 baseline and 5/6 guarded.</a:t>
                      </a:r>
                    </a:p>
                    <a:p>
                      <a:r>
                        <a:rPr sz="1800" b="0">
                          <a:solidFill>
                            <a:srgbClr val="282B29"/>
                          </a:solidFill>
                          <a:latin typeface="Calibri"/>
                          <a:ea typeface="Calibri"/>
                          <a:cs typeface="Calibri"/>
                        </a:rPr>
                        <a:t>A3 improves. B0 becomes a refusal.</a:t>
                      </a:r>
                    </a:p>
                  </a:txBody>
                  <a:tcPr marL="91440" marR="91440" marT="45720" marB="45720">
                    <a:solidFill>
                      <a:srgbClr val="F0ECE4"/>
                    </a:solidFill>
                  </a:tcPr>
                </a:tc>
                <a:tc>
                  <a:txBody>
                    <a:bodyPr/>
                    <a:lstStyle/>
                    <a:p>
                      <a:r>
                        <a:rPr sz="1800" b="0">
                          <a:solidFill>
                            <a:srgbClr val="282B29"/>
                          </a:solidFill>
                          <a:latin typeface="Calibri"/>
                          <a:ea typeface="Calibri"/>
                          <a:cs typeface="Calibri"/>
                        </a:rPr>
                        <a:t>General accuracy improvement</a:t>
                      </a:r>
                    </a:p>
                    <a:p>
                      <a:r>
                        <a:rPr sz="1800" b="0">
                          <a:solidFill>
                            <a:srgbClr val="282B29"/>
                          </a:solidFill>
                          <a:latin typeface="Calibri"/>
                          <a:ea typeface="Calibri"/>
                          <a:cs typeface="Calibri"/>
                        </a:rPr>
                        <a:t>or independent grading.</a:t>
                      </a:r>
                    </a:p>
                  </a:txBody>
                  <a:tcPr marL="91440" marR="91440" marT="45720" marB="45720">
                    <a:solidFill>
                      <a:srgbClr val="F0ECE4"/>
                    </a:solidFill>
                  </a:tcPr>
                </a:tc>
              </a:tr>
              <a:tr h="631825">
                <a:tc>
                  <a:txBody>
                    <a:bodyPr/>
                    <a:lstStyle/>
                    <a:p>
                      <a:r>
                        <a:rPr sz="1800" b="0">
                          <a:solidFill>
                            <a:srgbClr val="282B29"/>
                          </a:solidFill>
                          <a:latin typeface="Calibri"/>
                          <a:ea typeface="Calibri"/>
                          <a:cs typeface="Calibri"/>
                        </a:rPr>
                        <a:t>Software checks</a:t>
                      </a:r>
                    </a:p>
                  </a:txBody>
                  <a:tcPr marL="91440" marR="91440" marT="45720" marB="45720">
                    <a:solidFill>
                      <a:srgbClr val="FFFFFF"/>
                    </a:solidFill>
                  </a:tcPr>
                </a:tc>
                <a:tc>
                  <a:txBody>
                    <a:bodyPr/>
                    <a:lstStyle/>
                    <a:p>
                      <a:r>
                        <a:rPr sz="1800" b="0">
                          <a:solidFill>
                            <a:srgbClr val="282B29"/>
                          </a:solidFill>
                          <a:latin typeface="Calibri"/>
                          <a:ea typeface="Calibri"/>
                          <a:cs typeface="Calibri"/>
                        </a:rPr>
                        <a:t>19 offline checks pass.</a:t>
                      </a:r>
                    </a:p>
                    <a:p>
                      <a:r>
                        <a:rPr sz="1800" b="0">
                          <a:solidFill>
                            <a:srgbClr val="282B29"/>
                          </a:solidFill>
                          <a:latin typeface="Calibri"/>
                          <a:ea typeface="Calibri"/>
                          <a:cs typeface="Calibri"/>
                        </a:rPr>
                        <a:t>Validation, cache, repair, usage.</a:t>
                      </a:r>
                    </a:p>
                  </a:txBody>
                  <a:tcPr marL="91440" marR="91440" marT="45720" marB="45720">
                    <a:solidFill>
                      <a:srgbClr val="FFFFFF"/>
                    </a:solidFill>
                  </a:tcPr>
                </a:tc>
                <a:tc>
                  <a:txBody>
                    <a:bodyPr/>
                    <a:lstStyle/>
                    <a:p>
                      <a:r>
                        <a:rPr sz="1800" b="0">
                          <a:solidFill>
                            <a:srgbClr val="282B29"/>
                          </a:solidFill>
                          <a:latin typeface="Calibri"/>
                          <a:ea typeface="Calibri"/>
                          <a:cs typeface="Calibri"/>
                        </a:rPr>
                        <a:t>A security success rate or</a:t>
                      </a:r>
                    </a:p>
                    <a:p>
                      <a:r>
                        <a:rPr sz="1800" b="0">
                          <a:solidFill>
                            <a:srgbClr val="282B29"/>
                          </a:solidFill>
                          <a:latin typeface="Calibri"/>
                          <a:ea typeface="Calibri"/>
                          <a:cs typeface="Calibri"/>
                        </a:rPr>
                        <a:t>retrieval-quality score.</a:t>
                      </a:r>
                    </a:p>
                  </a:txBody>
                  <a:tcPr marL="91440" marR="91440" marT="45720" marB="45720">
                    <a:solidFill>
                      <a:srgbClr val="FFFFFF"/>
                    </a:solidFill>
                  </a:tcPr>
                </a:tc>
              </a:tr>
              <a:tr h="631825">
                <a:tc>
                  <a:txBody>
                    <a:bodyPr/>
                    <a:lstStyle/>
                    <a:p>
                      <a:r>
                        <a:rPr sz="1800" b="0">
                          <a:solidFill>
                            <a:srgbClr val="282B29"/>
                          </a:solidFill>
                          <a:latin typeface="Calibri"/>
                          <a:ea typeface="Calibri"/>
                          <a:cs typeface="Calibri"/>
                        </a:rPr>
                        <a:t>Efficiency</a:t>
                      </a:r>
                    </a:p>
                  </a:txBody>
                  <a:tcPr marL="91440" marR="91440" marT="45720" marB="45720">
                    <a:solidFill>
                      <a:srgbClr val="F0ECE4"/>
                    </a:solidFill>
                  </a:tcPr>
                </a:tc>
                <a:tc>
                  <a:txBody>
                    <a:bodyPr/>
                    <a:lstStyle/>
                    <a:p>
                      <a:r>
                        <a:rPr sz="1800" b="0">
                          <a:solidFill>
                            <a:srgbClr val="282B29"/>
                          </a:solidFill>
                          <a:latin typeface="Calibri"/>
                          <a:ea typeface="Calibri"/>
                          <a:cs typeface="Calibri"/>
                        </a:rPr>
                        <a:t>14 recorded requests.</a:t>
                      </a:r>
                    </a:p>
                    <a:p>
                      <a:r>
                        <a:rPr sz="1800" b="0">
                          <a:solidFill>
                            <a:srgbClr val="282B29"/>
                          </a:solidFill>
                          <a:latin typeface="Calibri"/>
                          <a:ea typeface="Calibri"/>
                          <a:cs typeface="Calibri"/>
                        </a:rPr>
                        <a:t>Calls, tokens, and request time.</a:t>
                      </a:r>
                    </a:p>
                  </a:txBody>
                  <a:tcPr marL="91440" marR="91440" marT="45720" marB="45720">
                    <a:solidFill>
                      <a:srgbClr val="F0ECE4"/>
                    </a:solidFill>
                  </a:tcPr>
                </a:tc>
                <a:tc>
                  <a:txBody>
                    <a:bodyPr/>
                    <a:lstStyle/>
                    <a:p>
                      <a:r>
                        <a:rPr sz="1800" b="0">
                          <a:solidFill>
                            <a:srgbClr val="282B29"/>
                          </a:solidFill>
                          <a:latin typeface="Calibri"/>
                          <a:ea typeface="Calibri"/>
                          <a:cs typeface="Calibri"/>
                        </a:rPr>
                        <a:t>Repeated-run reliability or</a:t>
                      </a:r>
                    </a:p>
                    <a:p>
                      <a:r>
                        <a:rPr sz="1800" b="0">
                          <a:solidFill>
                            <a:srgbClr val="282B29"/>
                          </a:solidFill>
                          <a:latin typeface="Calibri"/>
                          <a:ea typeface="Calibri"/>
                          <a:cs typeface="Calibri"/>
                        </a:rPr>
                        <a:t>verified billed-dollar savings.</a:t>
                      </a:r>
                    </a:p>
                  </a:txBody>
                  <a:tcPr marL="91440" marR="91440" marT="45720" marB="45720">
                    <a:solidFill>
                      <a:srgbClr val="F0ECE4"/>
                    </a:solidFill>
                  </a:tcPr>
                </a:tc>
              </a:tr>
            </a:tbl>
          </a:graphicData>
        </a:graphic>
      </p:graphicFrame>
      <p:sp>
        <p:nvSpPr>
          <p:cNvPr id="4" name="evaluation-scope">
            <a:extLst xmlns:a="http://schemas.openxmlformats.org/drawingml/2006/main">
              <a:ext uri="{FF2B5EF4-FFF2-40B4-BE49-F238E27FC236}">
                <a16:creationId xmlns:a16="http://schemas.microsoft.com/office/drawing/2014/main" id="{440867E5-4566-495F-9D2B-D38870C81359}"/>
              </a:ext>
            </a:extLst>
          </p:cNvPr>
          <p:cNvSpPr>
            <a:spLocks xmlns:a="http://schemas.openxmlformats.org/drawingml/2006/main" noGrp="1"/>
          </p:cNvSpPr>
          <p:nvPr/>
        </p:nvSpPr>
        <p:spPr>
          <a:xfrm xmlns:a="http://schemas.openxmlformats.org/drawingml/2006/main">
            <a:off x="762000" y="595312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0">
                <a:solidFill>
                  <a:srgbClr val="282B29"/>
                </a:solidFill>
                <a:latin typeface="Calibri"/>
                <a:ea typeface="Calibri"/>
                <a:cs typeface="Calibri"/>
              </a:defRPr>
            </a:defPPr>
          </a:lstStyle>
          <a:p xmlns:a="http://schemas.openxmlformats.org/drawingml/2006/main">
            <a:pPr>
              <a:buNone/>
              <a:defRPr sz="1800" b="0">
                <a:solidFill>
                  <a:srgbClr val="282B29"/>
                </a:solidFill>
                <a:latin typeface="Calibri"/>
                <a:ea typeface="Calibri"/>
                <a:cs typeface="Calibri"/>
              </a:defRPr>
            </a:pPr>
            <a:r>
              <a:rPr sz="1800" b="0">
                <a:solidFill>
                  <a:srgbClr val="282B29"/>
                </a:solidFill>
                <a:latin typeface="Calibri"/>
                <a:ea typeface="Calibri"/>
                <a:cs typeface="Calibri"/>
              </a:rPr>
              <a:t>Six development cases, two exact repeats. Answer ratings come from assistant review of saved evidence.</a:t>
            </a:r>
          </a:p>
        </p:txBody>
      </p:sp>
    </p:spTree>
    <p:extLst>
      <p:ext uri="{BB962C8B-B14F-4D97-AF65-F5344CB8AC3E}">
        <p14:creationId xmlns:p14="http://schemas.microsoft.com/office/powerpoint/2010/main" val="46129099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87AED0E-99C4-499A-B32D-0E924D77C186}"/>
              </a:ext>
            </a:extLst>
          </p:cNvPr>
          <p:cNvSpPr>
            <a:spLocks xmlns:a="http://schemas.openxmlformats.org/drawingml/2006/main" noGrp="1"/>
          </p:cNvSpPr>
          <p:nvPr/>
        </p:nvSpPr>
        <p:spPr>
          <a:xfrm xmlns:a="http://schemas.openxmlformats.org/drawingml/2006/main">
            <a:off x="714375" y="552450"/>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9A512F"/>
                </a:solidFill>
                <a:latin typeface="Calibri"/>
                <a:ea typeface="Calibri"/>
                <a:cs typeface="Calibri"/>
              </a:defRPr>
            </a:defPPr>
          </a:lstStyle>
          <a:p xmlns:a="http://schemas.openxmlformats.org/drawingml/2006/main">
            <a:pPr marL="0" indent="0" algn="l">
              <a:lnSpc>
                <a:spcPct val="112000"/>
              </a:lnSpc>
              <a:buNone/>
              <a:defRPr sz="2850" b="1">
                <a:solidFill>
                  <a:srgbClr val="9A512F"/>
                </a:solidFill>
                <a:latin typeface="Calibri"/>
                <a:ea typeface="Calibri"/>
                <a:cs typeface="Calibri"/>
              </a:defRPr>
            </a:pPr>
            <a:r>
              <a:rPr sz="2850" b="1">
                <a:solidFill>
                  <a:srgbClr val="9A512F"/>
                </a:solidFill>
                <a:latin typeface="Calibri"/>
                <a:ea typeface="Calibri"/>
                <a:cs typeface="Calibri"/>
              </a:rPr>
              <a:t>Retrieval and Evaluation</a:t>
            </a:r>
          </a:p>
        </p:txBody>
      </p:sp>
      <p:sp>
        <p:nvSpPr>
          <p:cNvPr id="2" name="">
            <a:extLst xmlns:a="http://schemas.openxmlformats.org/drawingml/2006/main">
              <a:ext uri="{FF2B5EF4-FFF2-40B4-BE49-F238E27FC236}">
                <a16:creationId xmlns:a16="http://schemas.microsoft.com/office/drawing/2014/main" id="{3E17E910-CA61-405A-8289-8799EC841F73}"/>
              </a:ext>
            </a:extLst>
          </p:cNvPr>
          <p:cNvSpPr>
            <a:spLocks xmlns:a="http://schemas.openxmlformats.org/drawingml/2006/main" noGrp="1"/>
          </p:cNvSpPr>
          <p:nvPr/>
        </p:nvSpPr>
        <p:spPr>
          <a:xfrm xmlns:a="http://schemas.openxmlformats.org/drawingml/2006/main">
            <a:off x="762000" y="13716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82B29"/>
                </a:solidFill>
                <a:latin typeface="Calibri"/>
                <a:ea typeface="Calibri"/>
                <a:cs typeface="Calibri"/>
              </a:defRPr>
            </a:defPPr>
          </a:lstStyle>
          <a:p xmlns:a="http://schemas.openxmlformats.org/drawingml/2006/main">
            <a:pPr marL="0" indent="0" algn="l">
              <a:lnSpc>
                <a:spcPct val="112000"/>
              </a:lnSpc>
              <a:buNone/>
              <a:defRPr sz="2100" b="0">
                <a:solidFill>
                  <a:srgbClr val="282B29"/>
                </a:solidFill>
                <a:latin typeface="Calibri"/>
                <a:ea typeface="Calibri"/>
                <a:cs typeface="Calibri"/>
              </a:defRPr>
            </a:pPr>
            <a:r>
              <a:rPr sz="2100" b="0">
                <a:solidFill>
                  <a:srgbClr val="282B29"/>
                </a:solidFill>
                <a:latin typeface="Calibri"/>
                <a:ea typeface="Calibri"/>
                <a:cs typeface="Calibri"/>
              </a:rPr>
              <a:t>A3: fabricated-source attack</a:t>
            </a:r>
          </a:p>
          <a:p xmlns:a="http://schemas.openxmlformats.org/drawingml/2006/main">
            <a:pPr marL="0" indent="0" algn="l">
              <a:lnSpc>
                <a:spcPct val="112000"/>
              </a:lnSpc>
              <a:buNone/>
              <a:defRPr sz="2100" b="0">
                <a:solidFill>
                  <a:srgbClr val="282B29"/>
                </a:solidFill>
                <a:latin typeface="Calibri"/>
                <a:ea typeface="Calibri"/>
                <a:cs typeface="Calibri"/>
              </a:defRPr>
            </a:pPr>
            <a:r>
              <a:rPr sz="2100" b="0">
                <a:solidFill>
                  <a:srgbClr val="282B29"/>
                </a:solidFill>
                <a:latin typeface="Calibri"/>
                <a:ea typeface="Calibri"/>
                <a:cs typeface="Calibri"/>
              </a:rPr>
              <a:t>The guarded answer uses real retrieved evidence.</a:t>
            </a:r>
          </a:p>
        </p:txBody>
      </p:sp>
      <p:sp>
        <p:nvSpPr>
          <p:cNvPr id="3" name="">
            <a:extLst xmlns:a="http://schemas.openxmlformats.org/drawingml/2006/main">
              <a:ext uri="{FF2B5EF4-FFF2-40B4-BE49-F238E27FC236}">
                <a16:creationId xmlns:a16="http://schemas.microsoft.com/office/drawing/2014/main" id="{3DCFE17B-8C05-45FE-83E4-87905B410D5A}"/>
              </a:ext>
            </a:extLst>
          </p:cNvPr>
          <p:cNvSpPr>
            <a:spLocks xmlns:a="http://schemas.openxmlformats.org/drawingml/2006/main" noGrp="1"/>
          </p:cNvSpPr>
          <p:nvPr/>
        </p:nvSpPr>
        <p:spPr>
          <a:xfrm xmlns:a="http://schemas.openxmlformats.org/drawingml/2006/main">
            <a:off x="762000" y="23717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625F58"/>
                </a:solidFill>
                <a:latin typeface="Calibri"/>
                <a:ea typeface="Calibri"/>
                <a:cs typeface="Calibri"/>
              </a:defRPr>
            </a:defPPr>
          </a:lstStyle>
          <a:p xmlns:a="http://schemas.openxmlformats.org/drawingml/2006/main">
            <a:pPr marL="0" indent="0" algn="l">
              <a:lnSpc>
                <a:spcPct val="112000"/>
              </a:lnSpc>
              <a:buNone/>
              <a:defRPr sz="2400" b="1">
                <a:solidFill>
                  <a:srgbClr val="625F58"/>
                </a:solidFill>
                <a:latin typeface="Calibri"/>
                <a:ea typeface="Calibri"/>
                <a:cs typeface="Calibri"/>
              </a:defRPr>
            </a:pPr>
            <a:r>
              <a:rPr sz="2400" b="1">
                <a:solidFill>
                  <a:srgbClr val="625F58"/>
                </a:solidFill>
                <a:latin typeface="Calibri"/>
                <a:ea typeface="Calibri"/>
                <a:cs typeface="Calibri"/>
              </a:rPr>
              <a:t>Baseline</a:t>
            </a:r>
          </a:p>
        </p:txBody>
      </p:sp>
      <p:sp>
        <p:nvSpPr>
          <p:cNvPr id="4" name="">
            <a:extLst xmlns:a="http://schemas.openxmlformats.org/drawingml/2006/main">
              <a:ext uri="{FF2B5EF4-FFF2-40B4-BE49-F238E27FC236}">
                <a16:creationId xmlns:a16="http://schemas.microsoft.com/office/drawing/2014/main" id="{1D57E179-3923-431B-94C3-A043076B61EC}"/>
              </a:ext>
            </a:extLst>
          </p:cNvPr>
          <p:cNvSpPr>
            <a:spLocks xmlns:a="http://schemas.openxmlformats.org/drawingml/2006/main" noGrp="1"/>
          </p:cNvSpPr>
          <p:nvPr/>
        </p:nvSpPr>
        <p:spPr>
          <a:xfrm xmlns:a="http://schemas.openxmlformats.org/drawingml/2006/main">
            <a:off x="762000" y="2905125"/>
            <a:ext cx="476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9A512F"/>
                </a:solidFill>
                <a:latin typeface="Calibri"/>
                <a:ea typeface="Calibri"/>
                <a:cs typeface="Calibri"/>
              </a:defRPr>
            </a:defPPr>
          </a:lstStyle>
          <a:p xmlns:a="http://schemas.openxmlformats.org/drawingml/2006/main">
            <a:pPr marL="0" indent="0" algn="l">
              <a:lnSpc>
                <a:spcPct val="112000"/>
              </a:lnSpc>
              <a:buNone/>
              <a:defRPr sz="5850" b="1">
                <a:solidFill>
                  <a:srgbClr val="9A512F"/>
                </a:solidFill>
                <a:latin typeface="Calibri"/>
                <a:ea typeface="Calibri"/>
                <a:cs typeface="Calibri"/>
              </a:defRPr>
            </a:pPr>
            <a:r>
              <a:rPr sz="5850" b="1">
                <a:solidFill>
                  <a:srgbClr val="9A512F"/>
                </a:solidFill>
                <a:latin typeface="Calibri"/>
                <a:ea typeface="Calibri"/>
                <a:cs typeface="Calibri"/>
              </a:rPr>
              <a:t>17.3%</a:t>
            </a:r>
          </a:p>
        </p:txBody>
      </p:sp>
      <p:sp>
        <p:nvSpPr>
          <p:cNvPr id="5" name="">
            <a:extLst xmlns:a="http://schemas.openxmlformats.org/drawingml/2006/main">
              <a:ext uri="{FF2B5EF4-FFF2-40B4-BE49-F238E27FC236}">
                <a16:creationId xmlns:a16="http://schemas.microsoft.com/office/drawing/2014/main" id="{F0ED8A74-D8E2-40B3-96F7-92D6EA412060}"/>
              </a:ext>
            </a:extLst>
          </p:cNvPr>
          <p:cNvSpPr>
            <a:spLocks xmlns:a="http://schemas.openxmlformats.org/drawingml/2006/main" noGrp="1"/>
          </p:cNvSpPr>
          <p:nvPr/>
        </p:nvSpPr>
        <p:spPr>
          <a:xfrm xmlns:a="http://schemas.openxmlformats.org/drawingml/2006/main">
            <a:off x="762000" y="4095750"/>
            <a:ext cx="4857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82B29"/>
                </a:solidFill>
                <a:latin typeface="Calibri"/>
                <a:ea typeface="Calibri"/>
                <a:cs typeface="Calibri"/>
              </a:defRPr>
            </a:defPPr>
          </a:lstStyle>
          <a:p xmlns:a="http://schemas.openxmlformats.org/drawingml/2006/main">
            <a:pPr marL="0" indent="0" algn="l">
              <a:lnSpc>
                <a:spcPct val="112000"/>
              </a:lnSpc>
              <a:buNone/>
              <a:defRPr sz="2250" b="0">
                <a:solidFill>
                  <a:srgbClr val="282B29"/>
                </a:solidFill>
                <a:latin typeface="Calibri"/>
                <a:ea typeface="Calibri"/>
                <a:cs typeface="Calibri"/>
              </a:defRPr>
            </a:pPr>
            <a:r>
              <a:rPr sz="2250" b="0">
                <a:solidFill>
                  <a:srgbClr val="282B29"/>
                </a:solidFill>
                <a:latin typeface="Calibri"/>
                <a:ea typeface="Calibri"/>
                <a:cs typeface="Calibri"/>
              </a:rPr>
              <a:t>Repeated the planted claim</a:t>
            </a:r>
          </a:p>
          <a:p xmlns:a="http://schemas.openxmlformats.org/drawingml/2006/main">
            <a:pPr marL="0" indent="0" algn="l">
              <a:lnSpc>
                <a:spcPct val="112000"/>
              </a:lnSpc>
              <a:buNone/>
              <a:defRPr sz="2250" b="0">
                <a:solidFill>
                  <a:srgbClr val="282B29"/>
                </a:solidFill>
                <a:latin typeface="Calibri"/>
                <a:ea typeface="Calibri"/>
                <a:cs typeface="Calibri"/>
              </a:defRPr>
            </a:pPr>
            <a:r>
              <a:rPr sz="2250" b="0">
                <a:solidFill>
                  <a:srgbClr val="282B29"/>
                </a:solidFill>
                <a:latin typeface="Calibri"/>
                <a:ea typeface="Calibri"/>
                <a:cs typeface="Calibri"/>
              </a:rPr>
              <a:t>Retrieved no pages</a:t>
            </a:r>
          </a:p>
        </p:txBody>
      </p:sp>
      <p:sp>
        <p:nvSpPr>
          <p:cNvPr id="6" name="">
            <a:extLst xmlns:a="http://schemas.openxmlformats.org/drawingml/2006/main">
              <a:ext uri="{FF2B5EF4-FFF2-40B4-BE49-F238E27FC236}">
                <a16:creationId xmlns:a16="http://schemas.microsoft.com/office/drawing/2014/main" id="{85E52601-2C7F-48F3-8C4C-BF537F622068}"/>
              </a:ext>
            </a:extLst>
          </p:cNvPr>
          <p:cNvSpPr>
            <a:spLocks xmlns:a="http://schemas.openxmlformats.org/drawingml/2006/main" noGrp="1"/>
          </p:cNvSpPr>
          <p:nvPr/>
        </p:nvSpPr>
        <p:spPr>
          <a:xfrm xmlns:a="http://schemas.openxmlformats.org/drawingml/2006/main">
            <a:off x="6667500" y="23717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303735"/>
                </a:solidFill>
                <a:latin typeface="Calibri"/>
                <a:ea typeface="Calibri"/>
                <a:cs typeface="Calibri"/>
              </a:defRPr>
            </a:defPPr>
          </a:lstStyle>
          <a:p xmlns:a="http://schemas.openxmlformats.org/drawingml/2006/main">
            <a:pPr marL="0" indent="0" algn="l">
              <a:lnSpc>
                <a:spcPct val="112000"/>
              </a:lnSpc>
              <a:buNone/>
              <a:defRPr sz="2400" b="1">
                <a:solidFill>
                  <a:srgbClr val="303735"/>
                </a:solidFill>
                <a:latin typeface="Calibri"/>
                <a:ea typeface="Calibri"/>
                <a:cs typeface="Calibri"/>
              </a:defRPr>
            </a:pPr>
            <a:r>
              <a:rPr sz="2400" b="1">
                <a:solidFill>
                  <a:srgbClr val="303735"/>
                </a:solidFill>
                <a:latin typeface="Calibri"/>
                <a:ea typeface="Calibri"/>
                <a:cs typeface="Calibri"/>
              </a:rPr>
              <a:t>Guarded</a:t>
            </a:r>
          </a:p>
        </p:txBody>
      </p:sp>
      <p:sp>
        <p:nvSpPr>
          <p:cNvPr id="7" name="">
            <a:extLst xmlns:a="http://schemas.openxmlformats.org/drawingml/2006/main">
              <a:ext uri="{FF2B5EF4-FFF2-40B4-BE49-F238E27FC236}">
                <a16:creationId xmlns:a16="http://schemas.microsoft.com/office/drawing/2014/main" id="{AF5CBBF8-2571-4A9D-ABCD-8116DA862E6D}"/>
              </a:ext>
            </a:extLst>
          </p:cNvPr>
          <p:cNvSpPr>
            <a:spLocks xmlns:a="http://schemas.openxmlformats.org/drawingml/2006/main" noGrp="1"/>
          </p:cNvSpPr>
          <p:nvPr/>
        </p:nvSpPr>
        <p:spPr>
          <a:xfrm xmlns:a="http://schemas.openxmlformats.org/drawingml/2006/main">
            <a:off x="6667500" y="2905125"/>
            <a:ext cx="476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303735"/>
                </a:solidFill>
                <a:latin typeface="Calibri"/>
                <a:ea typeface="Calibri"/>
                <a:cs typeface="Calibri"/>
              </a:defRPr>
            </a:defPPr>
          </a:lstStyle>
          <a:p xmlns:a="http://schemas.openxmlformats.org/drawingml/2006/main">
            <a:pPr marL="0" indent="0" algn="l">
              <a:lnSpc>
                <a:spcPct val="112000"/>
              </a:lnSpc>
              <a:buNone/>
              <a:defRPr sz="5850" b="1">
                <a:solidFill>
                  <a:srgbClr val="303735"/>
                </a:solidFill>
                <a:latin typeface="Calibri"/>
                <a:ea typeface="Calibri"/>
                <a:cs typeface="Calibri"/>
              </a:defRPr>
            </a:pPr>
            <a:r>
              <a:rPr sz="5850" b="1">
                <a:solidFill>
                  <a:srgbClr val="303735"/>
                </a:solidFill>
                <a:latin typeface="Calibri"/>
                <a:ea typeface="Calibri"/>
                <a:cs typeface="Calibri"/>
              </a:rPr>
              <a:t>&gt;90%</a:t>
            </a:r>
          </a:p>
        </p:txBody>
      </p:sp>
      <p:sp>
        <p:nvSpPr>
          <p:cNvPr id="8" name="">
            <a:extLst xmlns:a="http://schemas.openxmlformats.org/drawingml/2006/main">
              <a:ext uri="{FF2B5EF4-FFF2-40B4-BE49-F238E27FC236}">
                <a16:creationId xmlns:a16="http://schemas.microsoft.com/office/drawing/2014/main" id="{FE29ED01-ABC8-49F7-B0B9-BEC61377B9CD}"/>
              </a:ext>
            </a:extLst>
          </p:cNvPr>
          <p:cNvSpPr>
            <a:spLocks xmlns:a="http://schemas.openxmlformats.org/drawingml/2006/main" noGrp="1"/>
          </p:cNvSpPr>
          <p:nvPr/>
        </p:nvSpPr>
        <p:spPr>
          <a:xfrm xmlns:a="http://schemas.openxmlformats.org/drawingml/2006/main">
            <a:off x="6667500" y="4095750"/>
            <a:ext cx="4857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82B29"/>
                </a:solidFill>
                <a:latin typeface="Calibri"/>
                <a:ea typeface="Calibri"/>
                <a:cs typeface="Calibri"/>
              </a:defRPr>
            </a:defPPr>
          </a:lstStyle>
          <a:p xmlns:a="http://schemas.openxmlformats.org/drawingml/2006/main">
            <a:pPr marL="0" indent="0" algn="l">
              <a:lnSpc>
                <a:spcPct val="112000"/>
              </a:lnSpc>
              <a:buNone/>
              <a:defRPr sz="2250" b="0">
                <a:solidFill>
                  <a:srgbClr val="282B29"/>
                </a:solidFill>
                <a:latin typeface="Calibri"/>
                <a:ea typeface="Calibri"/>
                <a:cs typeface="Calibri"/>
              </a:defRPr>
            </a:pPr>
            <a:r>
              <a:rPr sz="2250" b="0">
                <a:solidFill>
                  <a:srgbClr val="282B29"/>
                </a:solidFill>
                <a:latin typeface="Calibri"/>
                <a:ea typeface="Calibri"/>
                <a:cs typeface="Calibri"/>
              </a:rPr>
              <a:t>Used a real paper and page</a:t>
            </a:r>
          </a:p>
          <a:p xmlns:a="http://schemas.openxmlformats.org/drawingml/2006/main">
            <a:pPr marL="0" indent="0" algn="l">
              <a:lnSpc>
                <a:spcPct val="112000"/>
              </a:lnSpc>
              <a:buNone/>
              <a:defRPr sz="2250" b="0">
                <a:solidFill>
                  <a:srgbClr val="282B29"/>
                </a:solidFill>
                <a:latin typeface="Calibri"/>
                <a:ea typeface="Calibri"/>
                <a:cs typeface="Calibri"/>
              </a:defRPr>
            </a:pPr>
            <a:r>
              <a:rPr sz="2250" b="0">
                <a:solidFill>
                  <a:srgbClr val="282B29"/>
                </a:solidFill>
                <a:latin typeface="Calibri"/>
                <a:ea typeface="Calibri"/>
                <a:cs typeface="Calibri"/>
              </a:rPr>
              <a:t>Returned its supported finding</a:t>
            </a:r>
          </a:p>
        </p:txBody>
      </p:sp>
      <p:sp>
        <p:nvSpPr>
          <p:cNvPr id="9" name="">
            <a:extLst xmlns:a="http://schemas.openxmlformats.org/drawingml/2006/main">
              <a:ext uri="{FF2B5EF4-FFF2-40B4-BE49-F238E27FC236}">
                <a16:creationId xmlns:a16="http://schemas.microsoft.com/office/drawing/2014/main" id="{5F9BB70A-4423-46B2-99AF-64F1B95047B3}"/>
              </a:ext>
            </a:extLst>
          </p:cNvPr>
          <p:cNvSpPr>
            <a:spLocks xmlns:a="http://schemas.openxmlformats.org/drawingml/2006/main" noGrp="1"/>
          </p:cNvSpPr>
          <p:nvPr/>
        </p:nvSpPr>
        <p:spPr>
          <a:xfrm xmlns:a="http://schemas.openxmlformats.org/drawingml/2006/main">
            <a:off x="762000" y="53530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A512F"/>
                </a:solidFill>
                <a:latin typeface="Calibri"/>
                <a:ea typeface="Calibri"/>
                <a:cs typeface="Calibri"/>
              </a:defRPr>
            </a:defPPr>
          </a:lstStyle>
          <a:p xmlns:a="http://schemas.openxmlformats.org/drawingml/2006/main">
            <a:pPr marL="0" indent="0" algn="l">
              <a:lnSpc>
                <a:spcPct val="112000"/>
              </a:lnSpc>
              <a:buNone/>
              <a:defRPr sz="2025" b="1">
                <a:solidFill>
                  <a:srgbClr val="9A512F"/>
                </a:solidFill>
                <a:latin typeface="Calibri"/>
                <a:ea typeface="Calibri"/>
                <a:cs typeface="Calibri"/>
              </a:defRPr>
            </a:pPr>
            <a:r>
              <a:rPr sz="2025" b="1">
                <a:solidFill>
                  <a:srgbClr val="9A512F"/>
                </a:solidFill>
                <a:latin typeface="Calibri"/>
                <a:ea typeface="Calibri"/>
                <a:cs typeface="Calibri"/>
              </a:rPr>
              <a:t>These percentages are claims about SPARLING, not system accuracy.</a:t>
            </a:r>
          </a:p>
        </p:txBody>
      </p:sp>
      <p:sp>
        <p:nvSpPr>
          <p:cNvPr id="10" name="">
            <a:extLst xmlns:a="http://schemas.openxmlformats.org/drawingml/2006/main">
              <a:ext uri="{FF2B5EF4-FFF2-40B4-BE49-F238E27FC236}">
                <a16:creationId xmlns:a16="http://schemas.microsoft.com/office/drawing/2014/main" id="{AFE8DA9F-2542-467E-BF25-F2958CC7F6E2}"/>
              </a:ext>
            </a:extLst>
          </p:cNvPr>
          <p:cNvSpPr>
            <a:spLocks xmlns:a="http://schemas.openxmlformats.org/drawingml/2006/main" noGrp="1"/>
          </p:cNvSpPr>
          <p:nvPr/>
        </p:nvSpPr>
        <p:spPr>
          <a:xfrm xmlns:a="http://schemas.openxmlformats.org/drawingml/2006/main">
            <a:off x="762000" y="61150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25F58"/>
                </a:solidFill>
                <a:latin typeface="Calibri"/>
                <a:ea typeface="Calibri"/>
                <a:cs typeface="Calibri"/>
              </a:defRPr>
            </a:defPPr>
          </a:lstStyle>
          <a:p xmlns:a="http://schemas.openxmlformats.org/drawingml/2006/main">
            <a:pPr marL="0" indent="0" algn="l">
              <a:lnSpc>
                <a:spcPct val="112000"/>
              </a:lnSpc>
              <a:buNone/>
              <a:defRPr sz="1500" b="0">
                <a:solidFill>
                  <a:srgbClr val="625F58"/>
                </a:solidFill>
                <a:latin typeface="Calibri"/>
                <a:ea typeface="Calibri"/>
                <a:cs typeface="Calibri"/>
              </a:defRPr>
            </a:pPr>
            <a:r>
              <a:rPr sz="1500" b="0">
                <a:solidFill>
                  <a:srgbClr val="625F58"/>
                </a:solidFill>
                <a:latin typeface="Calibri"/>
                <a:ea typeface="Calibri"/>
                <a:cs typeface="Calibri"/>
              </a:rPr>
              <a:t>Evaluation: 6 baseline + 6 guarded cold + 2 repeats. 19 offline checks. One run does not establish a security rate.</a:t>
            </a:r>
          </a:p>
        </p:txBody>
      </p:sp>
    </p:spTree>
    <p:extLst>
      <p:ext uri="{BB962C8B-B14F-4D97-AF65-F5344CB8AC3E}">
        <p14:creationId xmlns:p14="http://schemas.microsoft.com/office/powerpoint/2010/main" val="68490748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18D9DCAF-736B-4027-A5E4-15E5D4D65CB8}"/>
              </a:ext>
            </a:extLst>
          </p:cNvPr>
          <p:cNvCxnSpPr>
            <a:stCxn xmlns:a="http://schemas.openxmlformats.org/drawingml/2006/main" id="4" idx="3"/>
            <a:endCxn xmlns:a="http://schemas.openxmlformats.org/drawingml/2006/main" id="5" idx="1"/>
          </p:cNvCxnSpPr>
          <p:nvPr/>
        </p:nvCxnSpPr>
        <p:spPr>
          <a:xfrm xmlns:a="http://schemas.openxmlformats.org/drawingml/2006/main">
            <a:off x="7905750" y="3005138"/>
            <a:ext cx="666750" cy="0"/>
          </a:xfrm>
          <a:prstGeom xmlns:a="http://schemas.openxmlformats.org/drawingml/2006/main" prst="straightConnector1">
            <a:avLst/>
          </a:prstGeom>
          <a:ln xmlns:a="http://schemas.openxmlformats.org/drawingml/2006/main" w="19050">
            <a:solidFill>
              <a:srgbClr val="625F58"/>
            </a:solidFill>
            <a:tailEnd type="triangle" w="sm" len="sm"/>
          </a:ln>
        </p:spPr>
      </p:cxnSp>
      <p:cxnSp>
        <p:nvCxnSpPr>
          <p:cNvPr id="6" name="">
            <a:extLst xmlns:a="http://schemas.openxmlformats.org/drawingml/2006/main">
              <a:ext uri="{FF2B5EF4-FFF2-40B4-BE49-F238E27FC236}">
                <a16:creationId xmlns:a16="http://schemas.microsoft.com/office/drawing/2014/main" id="{CA4BAFD6-E40F-43B1-B985-139FD9B64007}"/>
              </a:ext>
            </a:extLst>
          </p:cNvPr>
          <p:cNvCxnSpPr>
            <a:stCxn xmlns:a="http://schemas.openxmlformats.org/drawingml/2006/main" id="3" idx="3"/>
            <a:endCxn xmlns:a="http://schemas.openxmlformats.org/drawingml/2006/main" id="4" idx="1"/>
          </p:cNvCxnSpPr>
          <p:nvPr/>
        </p:nvCxnSpPr>
        <p:spPr>
          <a:xfrm xmlns:a="http://schemas.openxmlformats.org/drawingml/2006/main">
            <a:off x="4048125" y="3005138"/>
            <a:ext cx="523875" cy="0"/>
          </a:xfrm>
          <a:prstGeom xmlns:a="http://schemas.openxmlformats.org/drawingml/2006/main" prst="straightConnector1">
            <a:avLst/>
          </a:prstGeom>
          <a:ln xmlns:a="http://schemas.openxmlformats.org/drawingml/2006/main" w="19050">
            <a:solidFill>
              <a:srgbClr val="625F58"/>
            </a:solidFill>
            <a:tailEnd type="triangle" w="sm" len="sm"/>
          </a:ln>
        </p:spPr>
      </p:cxnSp>
      <p:sp>
        <p:nvSpPr>
          <p:cNvPr id="13" name="">
            <a:extLst xmlns:a="http://schemas.openxmlformats.org/drawingml/2006/main">
              <a:ext uri="{FF2B5EF4-FFF2-40B4-BE49-F238E27FC236}">
                <a16:creationId xmlns:a16="http://schemas.microsoft.com/office/drawing/2014/main" id="{FDFFA2D7-5AC4-4355-A830-290A75DEEAB2}"/>
              </a:ext>
            </a:extLst>
          </p:cNvPr>
          <p:cNvSpPr>
            <a:spLocks xmlns:a="http://schemas.openxmlformats.org/drawingml/2006/main" noGrp="1"/>
          </p:cNvSpPr>
          <p:nvPr/>
        </p:nvSpPr>
        <p:spPr>
          <a:xfrm xmlns:a="http://schemas.openxmlformats.org/drawingml/2006/main">
            <a:off x="714375" y="552450"/>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9A512F"/>
                </a:solidFill>
                <a:latin typeface="Calibri"/>
                <a:ea typeface="Calibri"/>
                <a:cs typeface="Calibri"/>
              </a:defRPr>
            </a:defPPr>
          </a:lstStyle>
          <a:p xmlns:a="http://schemas.openxmlformats.org/drawingml/2006/main">
            <a:pPr marL="0" indent="0" algn="l">
              <a:lnSpc>
                <a:spcPct val="112000"/>
              </a:lnSpc>
              <a:buNone/>
              <a:defRPr sz="2850" b="1">
                <a:solidFill>
                  <a:srgbClr val="9A512F"/>
                </a:solidFill>
                <a:latin typeface="Calibri"/>
                <a:ea typeface="Calibri"/>
                <a:cs typeface="Calibri"/>
              </a:defRPr>
            </a:pPr>
            <a:r>
              <a:rPr sz="2850" b="1">
                <a:solidFill>
                  <a:srgbClr val="9A512F"/>
                </a:solidFill>
                <a:latin typeface="Calibri"/>
                <a:ea typeface="Calibri"/>
                <a:cs typeface="Calibri"/>
              </a:rPr>
              <a:t>Retrieval and Evaluation</a:t>
            </a:r>
          </a:p>
        </p:txBody>
      </p:sp>
      <p:sp>
        <p:nvSpPr>
          <p:cNvPr id="2" name="">
            <a:extLst xmlns:a="http://schemas.openxmlformats.org/drawingml/2006/main">
              <a:ext uri="{FF2B5EF4-FFF2-40B4-BE49-F238E27FC236}">
                <a16:creationId xmlns:a16="http://schemas.microsoft.com/office/drawing/2014/main" id="{592A8BDC-7F70-4B6D-8F7E-2359766F0558}"/>
              </a:ext>
            </a:extLst>
          </p:cNvPr>
          <p:cNvSpPr>
            <a:spLocks xmlns:a="http://schemas.openxmlformats.org/drawingml/2006/main" noGrp="1"/>
          </p:cNvSpPr>
          <p:nvPr/>
        </p:nvSpPr>
        <p:spPr>
          <a:xfrm xmlns:a="http://schemas.openxmlformats.org/drawingml/2006/main">
            <a:off x="762000" y="13620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82B29"/>
                </a:solidFill>
                <a:latin typeface="Calibri"/>
                <a:ea typeface="Calibri"/>
                <a:cs typeface="Calibri"/>
              </a:defRPr>
            </a:defPPr>
          </a:lstStyle>
          <a:p xmlns:a="http://schemas.openxmlformats.org/drawingml/2006/main">
            <a:pPr marL="0" indent="0" algn="l">
              <a:lnSpc>
                <a:spcPct val="112000"/>
              </a:lnSpc>
              <a:buNone/>
              <a:defRPr sz="2100" b="0">
                <a:solidFill>
                  <a:srgbClr val="282B29"/>
                </a:solidFill>
                <a:latin typeface="Calibri"/>
                <a:ea typeface="Calibri"/>
                <a:cs typeface="Calibri"/>
              </a:defRPr>
            </a:pPr>
            <a:r>
              <a:rPr sz="2100" b="0">
                <a:solidFill>
                  <a:srgbClr val="282B29"/>
                </a:solidFill>
                <a:latin typeface="Calibri"/>
                <a:ea typeface="Calibri"/>
                <a:cs typeface="Calibri"/>
              </a:rPr>
              <a:t>B0: comparing two papers</a:t>
            </a:r>
          </a:p>
          <a:p xmlns:a="http://schemas.openxmlformats.org/drawingml/2006/main">
            <a:pPr marL="0" indent="0" algn="l">
              <a:lnSpc>
                <a:spcPct val="112000"/>
              </a:lnSpc>
              <a:buNone/>
              <a:defRPr sz="2100" b="0">
                <a:solidFill>
                  <a:srgbClr val="282B29"/>
                </a:solidFill>
                <a:latin typeface="Calibri"/>
                <a:ea typeface="Calibri"/>
                <a:cs typeface="Calibri"/>
              </a:defRPr>
            </a:pPr>
            <a:r>
              <a:rPr sz="2100" b="0">
                <a:solidFill>
                  <a:srgbClr val="282B29"/>
                </a:solidFill>
                <a:latin typeface="Calibri"/>
                <a:ea typeface="Calibri"/>
                <a:cs typeface="Calibri"/>
              </a:rPr>
              <a:t>Relevant evidence arrived, but quotation validation rejected the answer.</a:t>
            </a:r>
          </a:p>
        </p:txBody>
      </p:sp>
      <p:sp>
        <p:nvSpPr>
          <p:cNvPr id="3" name="">
            <a:extLst xmlns:a="http://schemas.openxmlformats.org/drawingml/2006/main">
              <a:ext uri="{FF2B5EF4-FFF2-40B4-BE49-F238E27FC236}">
                <a16:creationId xmlns:a16="http://schemas.microsoft.com/office/drawing/2014/main" id="{E1D19366-8943-4540-88C6-95D91BFF8117}"/>
              </a:ext>
            </a:extLst>
          </p:cNvPr>
          <p:cNvSpPr>
            <a:spLocks xmlns:a="http://schemas.openxmlformats.org/drawingml/2006/main" noGrp="1"/>
          </p:cNvSpPr>
          <p:nvPr/>
        </p:nvSpPr>
        <p:spPr>
          <a:xfrm xmlns:a="http://schemas.openxmlformats.org/drawingml/2006/main">
            <a:off x="762000" y="2457450"/>
            <a:ext cx="3286125" cy="1095375"/>
          </a:xfrm>
          <a:prstGeom xmlns:a="http://schemas.openxmlformats.org/drawingml/2006/main" prst="rect">
            <a:avLst/>
          </a:prstGeom>
          <a:solidFill xmlns:a="http://schemas.openxmlformats.org/drawingml/2006/main">
            <a:srgbClr val="F0ECE4"/>
          </a:solidFill>
          <a:ln xmlns:a="http://schemas.openxmlformats.org/drawingml/2006/main" w="14288">
            <a:solidFill>
              <a:srgbClr val="898176"/>
            </a:solidFill>
          </a:ln>
        </p:spPr>
        <p:txBody>
          <a:bodyPr xmlns:a="http://schemas.openxmlformats.org/drawingml/2006/main" lIns="95250" tIns="95250" rIns="95250" bIns="95250" anchor="ctr">
            <a:noAutofit/>
          </a:bodyPr>
          <a:lstStyle xmlns:a="http://schemas.openxmlformats.org/drawingml/2006/main">
            <a:defPPr algn="ctr">
              <a:defRPr sz="1875">
                <a:solidFill>
                  <a:srgbClr val="282B29"/>
                </a:solidFill>
                <a:latin typeface="Calibri"/>
                <a:ea typeface="Calibri"/>
                <a:cs typeface="Calibri"/>
              </a:defRPr>
            </a:defPPr>
          </a:lstStyle>
          <a:p xmlns:a="http://schemas.openxmlformats.org/drawingml/2006/main">
            <a:pPr marL="0" indent="0" algn="ctr">
              <a:buNone/>
              <a:defRPr sz="1875">
                <a:solidFill>
                  <a:srgbClr val="282B29"/>
                </a:solidFill>
                <a:latin typeface="Calibri"/>
                <a:ea typeface="Calibri"/>
                <a:cs typeface="Calibri"/>
              </a:defRPr>
            </a:pPr>
            <a:r>
              <a:rPr sz="1875">
                <a:solidFill>
                  <a:srgbClr val="282B29"/>
                </a:solidFill>
                <a:latin typeface="Calibri"/>
                <a:ea typeface="Calibri"/>
                <a:cs typeface="Calibri"/>
              </a:rPr>
              <a:t>Same five retrieved pages</a:t>
            </a:r>
          </a:p>
          <a:p xmlns:a="http://schemas.openxmlformats.org/drawingml/2006/main">
            <a:pPr marL="0" indent="0" algn="ctr">
              <a:buNone/>
              <a:defRPr sz="1875">
                <a:solidFill>
                  <a:srgbClr val="282B29"/>
                </a:solidFill>
                <a:latin typeface="Calibri"/>
                <a:ea typeface="Calibri"/>
                <a:cs typeface="Calibri"/>
              </a:defRPr>
            </a:pPr>
            <a:r>
              <a:rPr sz="1875">
                <a:solidFill>
                  <a:srgbClr val="282B29"/>
                </a:solidFill>
                <a:latin typeface="Calibri"/>
                <a:ea typeface="Calibri"/>
                <a:cs typeface="Calibri"/>
              </a:rPr>
              <a:t>Baseline vs guarded cold</a:t>
            </a:r>
          </a:p>
          <a:p xmlns:a="http://schemas.openxmlformats.org/drawingml/2006/main">
            <a:pPr marL="0" indent="0" algn="ctr">
              <a:buNone/>
              <a:defRPr sz="1875">
                <a:solidFill>
                  <a:srgbClr val="282B29"/>
                </a:solidFill>
                <a:latin typeface="Calibri"/>
                <a:ea typeface="Calibri"/>
                <a:cs typeface="Calibri"/>
              </a:defRPr>
            </a:pPr>
            <a:r>
              <a:rPr sz="1875">
                <a:solidFill>
                  <a:srgbClr val="282B29"/>
                </a:solidFill>
                <a:latin typeface="Calibri"/>
                <a:ea typeface="Calibri"/>
                <a:cs typeface="Calibri"/>
              </a:rPr>
              <a:t>Key support present</a:t>
            </a:r>
          </a:p>
        </p:txBody>
      </p:sp>
      <p:sp>
        <p:nvSpPr>
          <p:cNvPr id="4" name="">
            <a:extLst xmlns:a="http://schemas.openxmlformats.org/drawingml/2006/main">
              <a:ext uri="{FF2B5EF4-FFF2-40B4-BE49-F238E27FC236}">
                <a16:creationId xmlns:a16="http://schemas.microsoft.com/office/drawing/2014/main" id="{6B927518-0D68-4E09-AF90-FCECBDDA0921}"/>
              </a:ext>
            </a:extLst>
          </p:cNvPr>
          <p:cNvSpPr>
            <a:spLocks xmlns:a="http://schemas.openxmlformats.org/drawingml/2006/main" noGrp="1"/>
          </p:cNvSpPr>
          <p:nvPr/>
        </p:nvSpPr>
        <p:spPr>
          <a:xfrm xmlns:a="http://schemas.openxmlformats.org/drawingml/2006/main">
            <a:off x="4572000" y="2457450"/>
            <a:ext cx="3333750" cy="1095375"/>
          </a:xfrm>
          <a:prstGeom xmlns:a="http://schemas.openxmlformats.org/drawingml/2006/main" prst="rect">
            <a:avLst/>
          </a:prstGeom>
          <a:solidFill xmlns:a="http://schemas.openxmlformats.org/drawingml/2006/main">
            <a:srgbClr val="303735"/>
          </a:solidFill>
          <a:ln xmlns:a="http://schemas.openxmlformats.org/drawingml/2006/main" w="14288">
            <a:solidFill>
              <a:srgbClr val="303735"/>
            </a:solidFill>
          </a:ln>
        </p:spPr>
        <p:txBody>
          <a:bodyPr xmlns:a="http://schemas.openxmlformats.org/drawingml/2006/main" lIns="95250" tIns="95250" rIns="95250" bIns="95250" anchor="ctr">
            <a:noAutofit/>
          </a:bodyPr>
          <a:lstStyle xmlns:a="http://schemas.openxmlformats.org/drawingml/2006/main">
            <a:defPPr algn="ctr">
              <a:defRPr sz="1875">
                <a:solidFill>
                  <a:srgbClr val="FFFFFF"/>
                </a:solidFill>
                <a:latin typeface="Calibri"/>
                <a:ea typeface="Calibri"/>
                <a:cs typeface="Calibri"/>
              </a:defRPr>
            </a:defPPr>
          </a:lstStyle>
          <a:p xmlns:a="http://schemas.openxmlformats.org/drawingml/2006/main">
            <a:pPr marL="0" indent="0" algn="ctr">
              <a:buNone/>
              <a:defRPr sz="1875">
                <a:solidFill>
                  <a:srgbClr val="FFFFFF"/>
                </a:solidFill>
                <a:latin typeface="Calibri"/>
                <a:ea typeface="Calibri"/>
                <a:cs typeface="Calibri"/>
              </a:defRPr>
            </a:pPr>
            <a:r>
              <a:rPr sz="1875">
                <a:solidFill>
                  <a:srgbClr val="FFFFFF"/>
                </a:solidFill>
                <a:latin typeface="Calibri"/>
                <a:ea typeface="Calibri"/>
                <a:cs typeface="Calibri"/>
              </a:rPr>
              <a:t>Model alters quote text</a:t>
            </a:r>
          </a:p>
          <a:p xmlns:a="http://schemas.openxmlformats.org/drawingml/2006/main">
            <a:pPr marL="0" indent="0" algn="ctr">
              <a:buNone/>
              <a:defRPr sz="1875">
                <a:solidFill>
                  <a:srgbClr val="FFFFFF"/>
                </a:solidFill>
                <a:latin typeface="Calibri"/>
                <a:ea typeface="Calibri"/>
                <a:cs typeface="Calibri"/>
              </a:defRPr>
            </a:pPr>
            <a:r>
              <a:rPr sz="1875">
                <a:solidFill>
                  <a:srgbClr val="FFFFFF"/>
                </a:solidFill>
                <a:latin typeface="Calibri"/>
                <a:ea typeface="Calibri"/>
                <a:cs typeface="Calibri"/>
              </a:rPr>
              <a:t>Draft and repair rejected</a:t>
            </a:r>
          </a:p>
        </p:txBody>
      </p:sp>
      <p:sp>
        <p:nvSpPr>
          <p:cNvPr id="5" name="">
            <a:extLst xmlns:a="http://schemas.openxmlformats.org/drawingml/2006/main">
              <a:ext uri="{FF2B5EF4-FFF2-40B4-BE49-F238E27FC236}">
                <a16:creationId xmlns:a16="http://schemas.microsoft.com/office/drawing/2014/main" id="{805EB99A-0FEB-447D-B5C6-70C51E54CD26}"/>
              </a:ext>
            </a:extLst>
          </p:cNvPr>
          <p:cNvSpPr>
            <a:spLocks xmlns:a="http://schemas.openxmlformats.org/drawingml/2006/main" noGrp="1"/>
          </p:cNvSpPr>
          <p:nvPr/>
        </p:nvSpPr>
        <p:spPr>
          <a:xfrm xmlns:a="http://schemas.openxmlformats.org/drawingml/2006/main">
            <a:off x="8572500" y="2457450"/>
            <a:ext cx="2952750" cy="1095375"/>
          </a:xfrm>
          <a:prstGeom xmlns:a="http://schemas.openxmlformats.org/drawingml/2006/main" prst="rect">
            <a:avLst/>
          </a:prstGeom>
          <a:solidFill xmlns:a="http://schemas.openxmlformats.org/drawingml/2006/main">
            <a:srgbClr val="F0ECE4"/>
          </a:solidFill>
          <a:ln xmlns:a="http://schemas.openxmlformats.org/drawingml/2006/main" w="14288">
            <a:solidFill>
              <a:srgbClr val="898176"/>
            </a:solidFill>
          </a:ln>
        </p:spPr>
        <p:txBody>
          <a:bodyPr xmlns:a="http://schemas.openxmlformats.org/drawingml/2006/main" lIns="95250" tIns="95250" rIns="95250" bIns="95250" anchor="ctr">
            <a:noAutofit/>
          </a:bodyPr>
          <a:lstStyle xmlns:a="http://schemas.openxmlformats.org/drawingml/2006/main">
            <a:defPPr algn="ctr">
              <a:defRPr sz="1875">
                <a:solidFill>
                  <a:srgbClr val="282B29"/>
                </a:solidFill>
                <a:latin typeface="Calibri"/>
                <a:ea typeface="Calibri"/>
                <a:cs typeface="Calibri"/>
              </a:defRPr>
            </a:defPPr>
          </a:lstStyle>
          <a:p xmlns:a="http://schemas.openxmlformats.org/drawingml/2006/main">
            <a:pPr marL="0" indent="0" algn="ctr">
              <a:buNone/>
              <a:defRPr sz="1875">
                <a:solidFill>
                  <a:srgbClr val="282B29"/>
                </a:solidFill>
                <a:latin typeface="Calibri"/>
                <a:ea typeface="Calibri"/>
                <a:cs typeface="Calibri"/>
              </a:defRPr>
            </a:pPr>
            <a:r>
              <a:rPr sz="1875">
                <a:solidFill>
                  <a:srgbClr val="282B29"/>
                </a:solidFill>
                <a:latin typeface="Calibri"/>
                <a:ea typeface="Calibri"/>
                <a:cs typeface="Calibri"/>
              </a:rPr>
              <a:t>Guarded answer</a:t>
            </a:r>
          </a:p>
          <a:p xmlns:a="http://schemas.openxmlformats.org/drawingml/2006/main">
            <a:pPr marL="0" indent="0" algn="ctr">
              <a:buNone/>
              <a:defRPr sz="1875">
                <a:solidFill>
                  <a:srgbClr val="282B29"/>
                </a:solidFill>
                <a:latin typeface="Calibri"/>
                <a:ea typeface="Calibri"/>
                <a:cs typeface="Calibri"/>
              </a:defRPr>
            </a:pPr>
            <a:r>
              <a:rPr sz="1875">
                <a:solidFill>
                  <a:srgbClr val="282B29"/>
                </a:solidFill>
                <a:latin typeface="Calibri"/>
                <a:ea typeface="Calibri"/>
                <a:cs typeface="Calibri"/>
              </a:rPr>
              <a:t>Withheld</a:t>
            </a:r>
          </a:p>
        </p:txBody>
      </p:sp>
      <p:sp>
        <p:nvSpPr>
          <p:cNvPr id="8" name="">
            <a:extLst xmlns:a="http://schemas.openxmlformats.org/drawingml/2006/main">
              <a:ext uri="{FF2B5EF4-FFF2-40B4-BE49-F238E27FC236}">
                <a16:creationId xmlns:a16="http://schemas.microsoft.com/office/drawing/2014/main" id="{3C83B510-AC3E-41DB-8119-182CAEB9BE38}"/>
              </a:ext>
            </a:extLst>
          </p:cNvPr>
          <p:cNvSpPr>
            <a:spLocks xmlns:a="http://schemas.openxmlformats.org/drawingml/2006/main" noGrp="1"/>
          </p:cNvSpPr>
          <p:nvPr/>
        </p:nvSpPr>
        <p:spPr>
          <a:xfrm xmlns:a="http://schemas.openxmlformats.org/drawingml/2006/main">
            <a:off x="762000" y="401955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9A512F"/>
                </a:solidFill>
                <a:latin typeface="Calibri"/>
                <a:ea typeface="Calibri"/>
                <a:cs typeface="Calibri"/>
              </a:defRPr>
            </a:defPPr>
          </a:lstStyle>
          <a:p xmlns:a="http://schemas.openxmlformats.org/drawingml/2006/main">
            <a:pPr marL="0" indent="0" algn="l">
              <a:lnSpc>
                <a:spcPct val="112000"/>
              </a:lnSpc>
              <a:buNone/>
              <a:defRPr sz="2250" b="1">
                <a:solidFill>
                  <a:srgbClr val="9A512F"/>
                </a:solidFill>
                <a:latin typeface="Calibri"/>
                <a:ea typeface="Calibri"/>
                <a:cs typeface="Calibri"/>
              </a:defRPr>
            </a:pPr>
            <a:r>
              <a:rPr sz="2250" b="1">
                <a:solidFill>
                  <a:srgbClr val="9A512F"/>
                </a:solidFill>
                <a:latin typeface="Calibri"/>
                <a:ea typeface="Calibri"/>
                <a:cs typeface="Calibri"/>
              </a:rPr>
              <a:t>Observed mismatch examples</a:t>
            </a:r>
          </a:p>
        </p:txBody>
      </p:sp>
      <p:sp>
        <p:nvSpPr>
          <p:cNvPr id="9" name="">
            <a:extLst xmlns:a="http://schemas.openxmlformats.org/drawingml/2006/main">
              <a:ext uri="{FF2B5EF4-FFF2-40B4-BE49-F238E27FC236}">
                <a16:creationId xmlns:a16="http://schemas.microsoft.com/office/drawing/2014/main" id="{EA49078A-2494-45BE-A6C4-BBE141B60E83}"/>
              </a:ext>
            </a:extLst>
          </p:cNvPr>
          <p:cNvSpPr>
            <a:spLocks xmlns:a="http://schemas.openxmlformats.org/drawingml/2006/main" noGrp="1"/>
          </p:cNvSpPr>
          <p:nvPr/>
        </p:nvSpPr>
        <p:spPr>
          <a:xfrm xmlns:a="http://schemas.openxmlformats.org/drawingml/2006/main">
            <a:off x="762000" y="4572000"/>
            <a:ext cx="466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82B29"/>
                </a:solidFill>
                <a:latin typeface="Calibri"/>
                <a:ea typeface="Calibri"/>
                <a:cs typeface="Calibri"/>
              </a:defRPr>
            </a:defPPr>
          </a:lstStyle>
          <a:p xmlns:a="http://schemas.openxmlformats.org/drawingml/2006/main">
            <a:pPr marL="0" indent="0" algn="l">
              <a:lnSpc>
                <a:spcPct val="112000"/>
              </a:lnSpc>
              <a:buNone/>
              <a:defRPr sz="2175" b="0">
                <a:solidFill>
                  <a:srgbClr val="282B29"/>
                </a:solidFill>
                <a:latin typeface="Calibri"/>
                <a:ea typeface="Calibri"/>
                <a:cs typeface="Calibri"/>
              </a:defRPr>
            </a:pPr>
            <a:r>
              <a:rPr sz="2175" b="0">
                <a:solidFill>
                  <a:srgbClr val="282B29"/>
                </a:solidFill>
                <a:latin typeface="Calibri"/>
                <a:ea typeface="Calibri"/>
                <a:cs typeface="Calibri"/>
              </a:rPr>
              <a:t>Capitalization, spacing,</a:t>
            </a:r>
          </a:p>
          <a:p xmlns:a="http://schemas.openxmlformats.org/drawingml/2006/main">
            <a:pPr marL="0" indent="0" algn="l">
              <a:lnSpc>
                <a:spcPct val="112000"/>
              </a:lnSpc>
              <a:buNone/>
              <a:defRPr sz="2175" b="0">
                <a:solidFill>
                  <a:srgbClr val="282B29"/>
                </a:solidFill>
                <a:latin typeface="Calibri"/>
                <a:ea typeface="Calibri"/>
                <a:cs typeface="Calibri"/>
              </a:defRPr>
            </a:pPr>
            <a:r>
              <a:rPr sz="2175" b="0">
                <a:solidFill>
                  <a:srgbClr val="282B29"/>
                </a:solidFill>
                <a:latin typeface="Calibri"/>
                <a:ea typeface="Calibri"/>
                <a:cs typeface="Calibri"/>
              </a:rPr>
              <a:t>PDF hyphenation and ligatures</a:t>
            </a:r>
          </a:p>
        </p:txBody>
      </p:sp>
      <p:sp>
        <p:nvSpPr>
          <p:cNvPr id="10" name="">
            <a:extLst xmlns:a="http://schemas.openxmlformats.org/drawingml/2006/main">
              <a:ext uri="{FF2B5EF4-FFF2-40B4-BE49-F238E27FC236}">
                <a16:creationId xmlns:a16="http://schemas.microsoft.com/office/drawing/2014/main" id="{F60E2F16-018D-4579-9111-C32BDC726B39}"/>
              </a:ext>
            </a:extLst>
          </p:cNvPr>
          <p:cNvSpPr>
            <a:spLocks xmlns:a="http://schemas.openxmlformats.org/drawingml/2006/main" noGrp="1"/>
          </p:cNvSpPr>
          <p:nvPr/>
        </p:nvSpPr>
        <p:spPr>
          <a:xfrm xmlns:a="http://schemas.openxmlformats.org/drawingml/2006/main">
            <a:off x="6667500" y="401955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9A512F"/>
                </a:solidFill>
                <a:latin typeface="Calibri"/>
                <a:ea typeface="Calibri"/>
                <a:cs typeface="Calibri"/>
              </a:defRPr>
            </a:defPPr>
          </a:lstStyle>
          <a:p xmlns:a="http://schemas.openxmlformats.org/drawingml/2006/main">
            <a:pPr marL="0" indent="0" algn="l">
              <a:lnSpc>
                <a:spcPct val="112000"/>
              </a:lnSpc>
              <a:buNone/>
              <a:defRPr sz="2250" b="1">
                <a:solidFill>
                  <a:srgbClr val="9A512F"/>
                </a:solidFill>
                <a:latin typeface="Calibri"/>
                <a:ea typeface="Calibri"/>
                <a:cs typeface="Calibri"/>
              </a:defRPr>
            </a:pPr>
            <a:r>
              <a:rPr sz="2250" b="1">
                <a:solidFill>
                  <a:srgbClr val="9A512F"/>
                </a:solidFill>
                <a:latin typeface="Calibri"/>
                <a:ea typeface="Calibri"/>
                <a:cs typeface="Calibri"/>
              </a:rPr>
              <a:t>Failure layer</a:t>
            </a:r>
          </a:p>
        </p:txBody>
      </p:sp>
      <p:sp>
        <p:nvSpPr>
          <p:cNvPr id="11" name="">
            <a:extLst xmlns:a="http://schemas.openxmlformats.org/drawingml/2006/main">
              <a:ext uri="{FF2B5EF4-FFF2-40B4-BE49-F238E27FC236}">
                <a16:creationId xmlns:a16="http://schemas.microsoft.com/office/drawing/2014/main" id="{E950BD27-D27E-4288-97FC-B80D2BA11CA1}"/>
              </a:ext>
            </a:extLst>
          </p:cNvPr>
          <p:cNvSpPr>
            <a:spLocks xmlns:a="http://schemas.openxmlformats.org/drawingml/2006/main" noGrp="1"/>
          </p:cNvSpPr>
          <p:nvPr/>
        </p:nvSpPr>
        <p:spPr>
          <a:xfrm xmlns:a="http://schemas.openxmlformats.org/drawingml/2006/main">
            <a:off x="6667500" y="4572000"/>
            <a:ext cx="466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82B29"/>
                </a:solidFill>
                <a:latin typeface="Calibri"/>
                <a:ea typeface="Calibri"/>
                <a:cs typeface="Calibri"/>
              </a:defRPr>
            </a:defPPr>
          </a:lstStyle>
          <a:p xmlns:a="http://schemas.openxmlformats.org/drawingml/2006/main">
            <a:pPr marL="0" indent="0" algn="l">
              <a:lnSpc>
                <a:spcPct val="112000"/>
              </a:lnSpc>
              <a:buNone/>
              <a:defRPr sz="2175" b="0">
                <a:solidFill>
                  <a:srgbClr val="282B29"/>
                </a:solidFill>
                <a:latin typeface="Calibri"/>
                <a:ea typeface="Calibri"/>
                <a:cs typeface="Calibri"/>
              </a:defRPr>
            </a:pPr>
            <a:r>
              <a:rPr sz="2175" b="0">
                <a:solidFill>
                  <a:srgbClr val="282B29"/>
                </a:solidFill>
                <a:latin typeface="Calibri"/>
                <a:ea typeface="Calibri"/>
                <a:cs typeface="Calibri"/>
              </a:rPr>
              <a:t>Generation and validation</a:t>
            </a:r>
          </a:p>
          <a:p xmlns:a="http://schemas.openxmlformats.org/drawingml/2006/main">
            <a:pPr marL="0" indent="0" algn="l">
              <a:lnSpc>
                <a:spcPct val="112000"/>
              </a:lnSpc>
              <a:buNone/>
              <a:defRPr sz="2175" b="0">
                <a:solidFill>
                  <a:srgbClr val="282B29"/>
                </a:solidFill>
                <a:latin typeface="Calibri"/>
                <a:ea typeface="Calibri"/>
                <a:cs typeface="Calibri"/>
              </a:defRPr>
            </a:pPr>
            <a:r>
              <a:rPr sz="2175" b="0">
                <a:solidFill>
                  <a:srgbClr val="282B29"/>
                </a:solidFill>
                <a:latin typeface="Calibri"/>
                <a:ea typeface="Calibri"/>
                <a:cs typeface="Calibri"/>
              </a:rPr>
              <a:t>Relevant evidence was available</a:t>
            </a:r>
          </a:p>
        </p:txBody>
      </p:sp>
      <p:sp>
        <p:nvSpPr>
          <p:cNvPr id="12" name="">
            <a:extLst xmlns:a="http://schemas.openxmlformats.org/drawingml/2006/main">
              <a:ext uri="{FF2B5EF4-FFF2-40B4-BE49-F238E27FC236}">
                <a16:creationId xmlns:a16="http://schemas.microsoft.com/office/drawing/2014/main" id="{3282B26E-A5DC-40CC-B423-D2C033C3C4F0}"/>
              </a:ext>
            </a:extLst>
          </p:cNvPr>
          <p:cNvSpPr>
            <a:spLocks xmlns:a="http://schemas.openxmlformats.org/drawingml/2006/main" noGrp="1"/>
          </p:cNvSpPr>
          <p:nvPr/>
        </p:nvSpPr>
        <p:spPr>
          <a:xfrm xmlns:a="http://schemas.openxmlformats.org/drawingml/2006/main">
            <a:off x="762000" y="61150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25F58"/>
                </a:solidFill>
                <a:latin typeface="Calibri"/>
                <a:ea typeface="Calibri"/>
                <a:cs typeface="Calibri"/>
              </a:defRPr>
            </a:defPPr>
          </a:lstStyle>
          <a:p xmlns:a="http://schemas.openxmlformats.org/drawingml/2006/main">
            <a:pPr marL="0" indent="0" algn="l">
              <a:lnSpc>
                <a:spcPct val="112000"/>
              </a:lnSpc>
              <a:buNone/>
              <a:defRPr sz="1500" b="0">
                <a:solidFill>
                  <a:srgbClr val="625F58"/>
                </a:solidFill>
                <a:latin typeface="Calibri"/>
                <a:ea typeface="Calibri"/>
                <a:cs typeface="Calibri"/>
              </a:defRPr>
            </a:pPr>
            <a:r>
              <a:rPr sz="1500" b="0">
                <a:solidFill>
                  <a:srgbClr val="625F58"/>
                </a:solidFill>
                <a:latin typeface="Calibri"/>
                <a:ea typeface="Calibri"/>
                <a:cs typeface="Calibri"/>
              </a:rPr>
              <a:t>Next test: extract source spans or narrowly normalize PDF artifacts while preserving number and negation checks.</a:t>
            </a:r>
          </a:p>
        </p:txBody>
      </p:sp>
    </p:spTree>
    <p:extLst>
      <p:ext uri="{BB962C8B-B14F-4D97-AF65-F5344CB8AC3E}">
        <p14:creationId xmlns:p14="http://schemas.microsoft.com/office/powerpoint/2010/main" val="204004349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F23A4CD-6A8D-4279-AB81-48189AE9845D}"/>
              </a:ext>
            </a:extLst>
          </p:cNvPr>
          <p:cNvSpPr>
            <a:spLocks xmlns:a="http://schemas.openxmlformats.org/drawingml/2006/main" noGrp="1"/>
          </p:cNvSpPr>
          <p:nvPr/>
        </p:nvSpPr>
        <p:spPr>
          <a:xfrm xmlns:a="http://schemas.openxmlformats.org/drawingml/2006/main">
            <a:off x="714375" y="552450"/>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9A512F"/>
                </a:solidFill>
                <a:latin typeface="Calibri"/>
                <a:ea typeface="Calibri"/>
                <a:cs typeface="Calibri"/>
              </a:defRPr>
            </a:defPPr>
          </a:lstStyle>
          <a:p xmlns:a="http://schemas.openxmlformats.org/drawingml/2006/main">
            <a:pPr marL="0" indent="0" algn="l">
              <a:lnSpc>
                <a:spcPct val="112000"/>
              </a:lnSpc>
              <a:buNone/>
              <a:defRPr sz="2850" b="1">
                <a:solidFill>
                  <a:srgbClr val="9A512F"/>
                </a:solidFill>
                <a:latin typeface="Calibri"/>
                <a:ea typeface="Calibri"/>
                <a:cs typeface="Calibri"/>
              </a:defRPr>
            </a:pPr>
            <a:r>
              <a:rPr sz="2850" b="1">
                <a:solidFill>
                  <a:srgbClr val="9A512F"/>
                </a:solidFill>
                <a:latin typeface="Calibri"/>
                <a:ea typeface="Calibri"/>
                <a:cs typeface="Calibri"/>
              </a:rPr>
              <a:t>Retrieval and Evaluation</a:t>
            </a:r>
          </a:p>
        </p:txBody>
      </p:sp>
      <p:graphicFrame>
        <p:nvGraphicFramePr>
          <p:cNvPr id="2" name="">
            <a:extLst xmlns:a="http://schemas.openxmlformats.org/drawingml/2006/main">
              <a:ext uri="{FF2B5EF4-FFF2-40B4-BE49-F238E27FC236}">
                <a16:creationId xmlns:a16="http://schemas.microsoft.com/office/drawing/2014/main" id="{E6B420D0-B3D1-42CF-8C56-DECE46A3CF08}"/>
              </a:ext>
            </a:extLst>
          </p:cNvPr>
          <p:cNvGraphicFramePr/>
          <p:nvPr/>
        </p:nvGraphicFramePr>
        <p:xfrm>
          <a:off xmlns:a="http://schemas.openxmlformats.org/drawingml/2006/main" x="762000" y="1504950"/>
          <a:ext xmlns:a="http://schemas.openxmlformats.org/drawingml/2006/main" cx="10668000" cy="2952750"/>
        </p:xfrm>
        <a:graphic xmlns:a="http://schemas.openxmlformats.org/drawingml/2006/main">
          <a:graphicData uri="http://schemas.openxmlformats.org/drawingml/2006/table">
            <a:tbl>
              <a:tblPr/>
              <a:tblGrid>
                <a:gridCol w="5191125"/>
                <a:gridCol w="1666875"/>
                <a:gridCol w="1285875"/>
                <a:gridCol w="2524125"/>
              </a:tblGrid>
              <a:tr h="590550">
                <a:tc>
                  <a:txBody>
                    <a:bodyPr lIns="114300" tIns="114300" rIns="114300" bIns="114300"/>
                    <a:lstStyle/>
                    <a:p>
                      <a:pPr marL="0" indent="0" algn="l">
                        <a:buNone/>
                      </a:pPr>
                      <a:r>
                        <a:rPr sz="1950" b="1">
                          <a:solidFill>
                            <a:srgbClr val="FFFFFF"/>
                          </a:solidFill>
                          <a:latin typeface="Calibri"/>
                          <a:ea typeface="Calibri"/>
                          <a:cs typeface="Calibri"/>
                        </a:rPr>
                        <a:t>Matched workload</a:t>
                      </a:r>
                    </a:p>
                  </a:txBody>
                  <a:tcPr marL="91440" marR="91440" marT="45720" marB="45720" anchor="ctr">
                    <a:solidFill>
                      <a:srgbClr val="9A512F"/>
                    </a:solidFill>
                  </a:tcPr>
                </a:tc>
                <a:tc>
                  <a:txBody>
                    <a:bodyPr lIns="114300" tIns="114300" rIns="114300" bIns="114300"/>
                    <a:lstStyle/>
                    <a:p>
                      <a:pPr marL="0" indent="0" algn="l">
                        <a:buNone/>
                      </a:pPr>
                      <a:r>
                        <a:rPr sz="1950" b="1">
                          <a:solidFill>
                            <a:srgbClr val="FFFFFF"/>
                          </a:solidFill>
                          <a:latin typeface="Calibri"/>
                          <a:ea typeface="Calibri"/>
                          <a:cs typeface="Calibri"/>
                        </a:rPr>
                        <a:t>Seconds</a:t>
                      </a:r>
                    </a:p>
                  </a:txBody>
                  <a:tcPr marL="91440" marR="91440" marT="45720" marB="45720" anchor="ctr">
                    <a:solidFill>
                      <a:srgbClr val="9A512F"/>
                    </a:solidFill>
                  </a:tcPr>
                </a:tc>
                <a:tc>
                  <a:txBody>
                    <a:bodyPr lIns="114300" tIns="114300" rIns="114300" bIns="114300"/>
                    <a:lstStyle/>
                    <a:p>
                      <a:pPr marL="0" indent="0" algn="l">
                        <a:buNone/>
                      </a:pPr>
                      <a:r>
                        <a:rPr sz="1950" b="1">
                          <a:solidFill>
                            <a:srgbClr val="FFFFFF"/>
                          </a:solidFill>
                          <a:latin typeface="Calibri"/>
                          <a:ea typeface="Calibri"/>
                          <a:cs typeface="Calibri"/>
                        </a:rPr>
                        <a:t>Calls</a:t>
                      </a:r>
                    </a:p>
                  </a:txBody>
                  <a:tcPr marL="91440" marR="91440" marT="45720" marB="45720" anchor="ctr">
                    <a:solidFill>
                      <a:srgbClr val="9A512F"/>
                    </a:solidFill>
                  </a:tcPr>
                </a:tc>
                <a:tc>
                  <a:txBody>
                    <a:bodyPr lIns="114300" tIns="114300" rIns="114300" bIns="114300"/>
                    <a:lstStyle/>
                    <a:p>
                      <a:pPr marL="0" indent="0" algn="l">
                        <a:buNone/>
                      </a:pPr>
                      <a:r>
                        <a:rPr sz="1950" b="1">
                          <a:solidFill>
                            <a:srgbClr val="FFFFFF"/>
                          </a:solidFill>
                          <a:latin typeface="Calibri"/>
                          <a:ea typeface="Calibri"/>
                          <a:cs typeface="Calibri"/>
                        </a:rPr>
                        <a:t>Chat tokens</a:t>
                      </a:r>
                    </a:p>
                  </a:txBody>
                  <a:tcPr marL="91440" marR="91440" marT="45720" marB="45720" anchor="ctr">
                    <a:solidFill>
                      <a:srgbClr val="9A512F"/>
                    </a:solidFill>
                  </a:tcPr>
                </a:tc>
              </a:tr>
              <a:tr h="590550">
                <a:tc>
                  <a:txBody>
                    <a:bodyPr lIns="114300" tIns="114300" rIns="114300" bIns="114300"/>
                    <a:lstStyle/>
                    <a:p>
                      <a:pPr marL="0" indent="0" algn="l">
                        <a:buNone/>
                      </a:pPr>
                      <a:r>
                        <a:rPr sz="1950" b="0">
                          <a:solidFill>
                            <a:srgbClr val="282B29"/>
                          </a:solidFill>
                          <a:latin typeface="Calibri"/>
                          <a:ea typeface="Calibri"/>
                          <a:cs typeface="Calibri"/>
                        </a:rPr>
                        <a:t>Six baseline questions</a:t>
                      </a:r>
                    </a:p>
                  </a:txBody>
                  <a:tcPr marL="91440" marR="91440" marT="45720" marB="45720" anchor="ctr">
                    <a:solidFill>
                      <a:srgbClr val="FFFFFF"/>
                    </a:solidFill>
                  </a:tcPr>
                </a:tc>
                <a:tc>
                  <a:txBody>
                    <a:bodyPr lIns="114300" tIns="114300" rIns="114300" bIns="114300"/>
                    <a:lstStyle/>
                    <a:p>
                      <a:pPr marL="0" indent="0" algn="l">
                        <a:buNone/>
                      </a:pPr>
                      <a:r>
                        <a:rPr sz="1950" b="0">
                          <a:solidFill>
                            <a:srgbClr val="282B29"/>
                          </a:solidFill>
                          <a:latin typeface="Calibri"/>
                          <a:ea typeface="Calibri"/>
                          <a:cs typeface="Calibri"/>
                        </a:rPr>
                        <a:t>23.078</a:t>
                      </a:r>
                    </a:p>
                  </a:txBody>
                  <a:tcPr marL="91440" marR="91440" marT="45720" marB="45720" anchor="ctr">
                    <a:solidFill>
                      <a:srgbClr val="FFFFFF"/>
                    </a:solidFill>
                  </a:tcPr>
                </a:tc>
                <a:tc>
                  <a:txBody>
                    <a:bodyPr lIns="114300" tIns="114300" rIns="114300" bIns="114300"/>
                    <a:lstStyle/>
                    <a:p>
                      <a:pPr marL="0" indent="0" algn="l">
                        <a:buNone/>
                      </a:pPr>
                      <a:r>
                        <a:rPr sz="1950" b="0">
                          <a:solidFill>
                            <a:srgbClr val="282B29"/>
                          </a:solidFill>
                          <a:latin typeface="Calibri"/>
                          <a:ea typeface="Calibri"/>
                          <a:cs typeface="Calibri"/>
                        </a:rPr>
                        <a:t>17</a:t>
                      </a:r>
                    </a:p>
                  </a:txBody>
                  <a:tcPr marL="91440" marR="91440" marT="45720" marB="45720" anchor="ctr">
                    <a:solidFill>
                      <a:srgbClr val="FFFFFF"/>
                    </a:solidFill>
                  </a:tcPr>
                </a:tc>
                <a:tc>
                  <a:txBody>
                    <a:bodyPr lIns="114300" tIns="114300" rIns="114300" bIns="114300"/>
                    <a:lstStyle/>
                    <a:p>
                      <a:pPr marL="0" indent="0" algn="l">
                        <a:buNone/>
                      </a:pPr>
                      <a:r>
                        <a:rPr sz="1950" b="0">
                          <a:solidFill>
                            <a:srgbClr val="282B29"/>
                          </a:solidFill>
                          <a:latin typeface="Calibri"/>
                          <a:ea typeface="Calibri"/>
                          <a:cs typeface="Calibri"/>
                        </a:rPr>
                        <a:t>28,021</a:t>
                      </a:r>
                    </a:p>
                  </a:txBody>
                  <a:tcPr marL="91440" marR="91440" marT="45720" marB="45720" anchor="ctr">
                    <a:solidFill>
                      <a:srgbClr val="FFFFFF"/>
                    </a:solidFill>
                  </a:tcPr>
                </a:tc>
              </a:tr>
              <a:tr h="590550">
                <a:tc>
                  <a:txBody>
                    <a:bodyPr lIns="114300" tIns="114300" rIns="114300" bIns="114300"/>
                    <a:lstStyle/>
                    <a:p>
                      <a:pPr marL="0" indent="0" algn="l">
                        <a:buNone/>
                      </a:pPr>
                      <a:r>
                        <a:rPr sz="1950" b="0">
                          <a:solidFill>
                            <a:srgbClr val="282B29"/>
                          </a:solidFill>
                          <a:latin typeface="Calibri"/>
                          <a:ea typeface="Calibri"/>
                          <a:cs typeface="Calibri"/>
                        </a:rPr>
                        <a:t>Six guarded cold questions</a:t>
                      </a:r>
                    </a:p>
                  </a:txBody>
                  <a:tcPr marL="91440" marR="91440" marT="45720" marB="45720" anchor="ctr">
                    <a:solidFill>
                      <a:srgbClr val="F0ECE4"/>
                    </a:solidFill>
                  </a:tcPr>
                </a:tc>
                <a:tc>
                  <a:txBody>
                    <a:bodyPr lIns="114300" tIns="114300" rIns="114300" bIns="114300"/>
                    <a:lstStyle/>
                    <a:p>
                      <a:pPr marL="0" indent="0" algn="l">
                        <a:buNone/>
                      </a:pPr>
                      <a:r>
                        <a:rPr sz="1950" b="0">
                          <a:solidFill>
                            <a:srgbClr val="282B29"/>
                          </a:solidFill>
                          <a:latin typeface="Calibri"/>
                          <a:ea typeface="Calibri"/>
                          <a:cs typeface="Calibri"/>
                        </a:rPr>
                        <a:t>30.920</a:t>
                      </a:r>
                    </a:p>
                  </a:txBody>
                  <a:tcPr marL="91440" marR="91440" marT="45720" marB="45720" anchor="ctr">
                    <a:solidFill>
                      <a:srgbClr val="F0ECE4"/>
                    </a:solidFill>
                  </a:tcPr>
                </a:tc>
                <a:tc>
                  <a:txBody>
                    <a:bodyPr lIns="114300" tIns="114300" rIns="114300" bIns="114300"/>
                    <a:lstStyle/>
                    <a:p>
                      <a:pPr marL="0" indent="0" algn="l">
                        <a:buNone/>
                      </a:pPr>
                      <a:r>
                        <a:rPr sz="1950" b="0">
                          <a:solidFill>
                            <a:srgbClr val="282B29"/>
                          </a:solidFill>
                          <a:latin typeface="Calibri"/>
                          <a:ea typeface="Calibri"/>
                          <a:cs typeface="Calibri"/>
                        </a:rPr>
                        <a:t>20</a:t>
                      </a:r>
                    </a:p>
                  </a:txBody>
                  <a:tcPr marL="91440" marR="91440" marT="45720" marB="45720" anchor="ctr">
                    <a:solidFill>
                      <a:srgbClr val="F0ECE4"/>
                    </a:solidFill>
                  </a:tcPr>
                </a:tc>
                <a:tc>
                  <a:txBody>
                    <a:bodyPr lIns="114300" tIns="114300" rIns="114300" bIns="114300"/>
                    <a:lstStyle/>
                    <a:p>
                      <a:pPr marL="0" indent="0" algn="l">
                        <a:buNone/>
                      </a:pPr>
                      <a:r>
                        <a:rPr sz="1950" b="0">
                          <a:solidFill>
                            <a:srgbClr val="282B29"/>
                          </a:solidFill>
                          <a:latin typeface="Calibri"/>
                          <a:ea typeface="Calibri"/>
                          <a:cs typeface="Calibri"/>
                        </a:rPr>
                        <a:t>45,386</a:t>
                      </a:r>
                    </a:p>
                  </a:txBody>
                  <a:tcPr marL="91440" marR="91440" marT="45720" marB="45720" anchor="ctr">
                    <a:solidFill>
                      <a:srgbClr val="F0ECE4"/>
                    </a:solidFill>
                  </a:tcPr>
                </a:tc>
              </a:tr>
              <a:tr h="590550">
                <a:tc>
                  <a:txBody>
                    <a:bodyPr lIns="114300" tIns="114300" rIns="114300" bIns="114300"/>
                    <a:lstStyle/>
                    <a:p>
                      <a:pPr marL="0" indent="0" algn="l">
                        <a:buNone/>
                      </a:pPr>
                      <a:r>
                        <a:rPr sz="1950" b="0">
                          <a:solidFill>
                            <a:srgbClr val="282B29"/>
                          </a:solidFill>
                          <a:latin typeface="Calibri"/>
                          <a:ea typeface="Calibri"/>
                          <a:cs typeface="Calibri"/>
                        </a:rPr>
                        <a:t>A0/B0 baseline pair</a:t>
                      </a:r>
                    </a:p>
                  </a:txBody>
                  <a:tcPr marL="91440" marR="91440" marT="45720" marB="45720" anchor="ctr">
                    <a:solidFill>
                      <a:srgbClr val="FFFFFF"/>
                    </a:solidFill>
                  </a:tcPr>
                </a:tc>
                <a:tc>
                  <a:txBody>
                    <a:bodyPr lIns="114300" tIns="114300" rIns="114300" bIns="114300"/>
                    <a:lstStyle/>
                    <a:p>
                      <a:pPr marL="0" indent="0" algn="l">
                        <a:buNone/>
                      </a:pPr>
                      <a:r>
                        <a:rPr sz="1950" b="0">
                          <a:solidFill>
                            <a:srgbClr val="282B29"/>
                          </a:solidFill>
                          <a:latin typeface="Calibri"/>
                          <a:ea typeface="Calibri"/>
                          <a:cs typeface="Calibri"/>
                        </a:rPr>
                        <a:t>11.080</a:t>
                      </a:r>
                    </a:p>
                  </a:txBody>
                  <a:tcPr marL="91440" marR="91440" marT="45720" marB="45720" anchor="ctr">
                    <a:solidFill>
                      <a:srgbClr val="FFFFFF"/>
                    </a:solidFill>
                  </a:tcPr>
                </a:tc>
                <a:tc>
                  <a:txBody>
                    <a:bodyPr lIns="114300" tIns="114300" rIns="114300" bIns="114300"/>
                    <a:lstStyle/>
                    <a:p>
                      <a:pPr marL="0" indent="0" algn="l">
                        <a:buNone/>
                      </a:pPr>
                      <a:r>
                        <a:rPr sz="1950" b="0">
                          <a:solidFill>
                            <a:srgbClr val="282B29"/>
                          </a:solidFill>
                          <a:latin typeface="Calibri"/>
                          <a:ea typeface="Calibri"/>
                          <a:cs typeface="Calibri"/>
                        </a:rPr>
                        <a:t>7</a:t>
                      </a:r>
                    </a:p>
                  </a:txBody>
                  <a:tcPr marL="91440" marR="91440" marT="45720" marB="45720" anchor="ctr">
                    <a:solidFill>
                      <a:srgbClr val="FFFFFF"/>
                    </a:solidFill>
                  </a:tcPr>
                </a:tc>
                <a:tc>
                  <a:txBody>
                    <a:bodyPr lIns="114300" tIns="114300" rIns="114300" bIns="114300"/>
                    <a:lstStyle/>
                    <a:p>
                      <a:pPr marL="0" indent="0" algn="l">
                        <a:buNone/>
                      </a:pPr>
                      <a:r>
                        <a:rPr sz="1950" b="0">
                          <a:solidFill>
                            <a:srgbClr val="282B29"/>
                          </a:solidFill>
                          <a:latin typeface="Calibri"/>
                          <a:ea typeface="Calibri"/>
                          <a:cs typeface="Calibri"/>
                        </a:rPr>
                        <a:t>17,332</a:t>
                      </a:r>
                    </a:p>
                  </a:txBody>
                  <a:tcPr marL="91440" marR="91440" marT="45720" marB="45720" anchor="ctr">
                    <a:solidFill>
                      <a:srgbClr val="FFFFFF"/>
                    </a:solidFill>
                  </a:tcPr>
                </a:tc>
              </a:tr>
              <a:tr h="590550">
                <a:tc>
                  <a:txBody>
                    <a:bodyPr lIns="114300" tIns="114300" rIns="114300" bIns="114300"/>
                    <a:lstStyle/>
                    <a:p>
                      <a:pPr marL="0" indent="0" algn="l">
                        <a:buNone/>
                      </a:pPr>
                      <a:r>
                        <a:rPr sz="1950" b="0">
                          <a:solidFill>
                            <a:srgbClr val="282B29"/>
                          </a:solidFill>
                          <a:latin typeface="Calibri"/>
                          <a:ea typeface="Calibri"/>
                          <a:cs typeface="Calibri"/>
                        </a:rPr>
                        <a:t>A0/B0 guarded repeats</a:t>
                      </a:r>
                    </a:p>
                  </a:txBody>
                  <a:tcPr marL="91440" marR="91440" marT="45720" marB="45720" anchor="ctr">
                    <a:solidFill>
                      <a:srgbClr val="F0ECE4"/>
                    </a:solidFill>
                  </a:tcPr>
                </a:tc>
                <a:tc>
                  <a:txBody>
                    <a:bodyPr lIns="114300" tIns="114300" rIns="114300" bIns="114300"/>
                    <a:lstStyle/>
                    <a:p>
                      <a:pPr marL="0" indent="0" algn="l">
                        <a:buNone/>
                      </a:pPr>
                      <a:r>
                        <a:rPr sz="1950" b="0">
                          <a:solidFill>
                            <a:srgbClr val="282B29"/>
                          </a:solidFill>
                          <a:latin typeface="Calibri"/>
                          <a:ea typeface="Calibri"/>
                          <a:cs typeface="Calibri"/>
                        </a:rPr>
                        <a:t>15.172</a:t>
                      </a:r>
                    </a:p>
                  </a:txBody>
                  <a:tcPr marL="91440" marR="91440" marT="45720" marB="45720" anchor="ctr">
                    <a:solidFill>
                      <a:srgbClr val="F0ECE4"/>
                    </a:solidFill>
                  </a:tcPr>
                </a:tc>
                <a:tc>
                  <a:txBody>
                    <a:bodyPr lIns="114300" tIns="114300" rIns="114300" bIns="114300"/>
                    <a:lstStyle/>
                    <a:p>
                      <a:pPr marL="0" indent="0" algn="l">
                        <a:buNone/>
                      </a:pPr>
                      <a:r>
                        <a:rPr sz="1950" b="0">
                          <a:solidFill>
                            <a:srgbClr val="282B29"/>
                          </a:solidFill>
                          <a:latin typeface="Calibri"/>
                          <a:ea typeface="Calibri"/>
                          <a:cs typeface="Calibri"/>
                        </a:rPr>
                        <a:t>5</a:t>
                      </a:r>
                    </a:p>
                  </a:txBody>
                  <a:tcPr marL="91440" marR="91440" marT="45720" marB="45720" anchor="ctr">
                    <a:solidFill>
                      <a:srgbClr val="F0ECE4"/>
                    </a:solidFill>
                  </a:tcPr>
                </a:tc>
                <a:tc>
                  <a:txBody>
                    <a:bodyPr lIns="114300" tIns="114300" rIns="114300" bIns="114300"/>
                    <a:lstStyle/>
                    <a:p>
                      <a:pPr marL="0" indent="0" algn="l">
                        <a:buNone/>
                      </a:pPr>
                      <a:r>
                        <a:rPr sz="1950" b="0">
                          <a:solidFill>
                            <a:srgbClr val="282B29"/>
                          </a:solidFill>
                          <a:latin typeface="Calibri"/>
                          <a:ea typeface="Calibri"/>
                          <a:cs typeface="Calibri"/>
                        </a:rPr>
                        <a:t>20,672</a:t>
                      </a:r>
                    </a:p>
                  </a:txBody>
                  <a:tcPr marL="91440" marR="91440" marT="45720" marB="45720" anchor="ctr">
                    <a:solidFill>
                      <a:srgbClr val="F0ECE4"/>
                    </a:solidFill>
                  </a:tcPr>
                </a:tc>
              </a:tr>
            </a:tbl>
          </a:graphicData>
        </a:graphic>
      </p:graphicFrame>
      <p:sp>
        <p:nvSpPr>
          <p:cNvPr id="3" name="">
            <a:extLst xmlns:a="http://schemas.openxmlformats.org/drawingml/2006/main">
              <a:ext uri="{FF2B5EF4-FFF2-40B4-BE49-F238E27FC236}">
                <a16:creationId xmlns:a16="http://schemas.microsoft.com/office/drawing/2014/main" id="{98DF4E04-7C43-496D-9B35-6B96DD8A298F}"/>
              </a:ext>
            </a:extLst>
          </p:cNvPr>
          <p:cNvSpPr>
            <a:spLocks xmlns:a="http://schemas.openxmlformats.org/drawingml/2006/main" noGrp="1"/>
          </p:cNvSpPr>
          <p:nvPr/>
        </p:nvSpPr>
        <p:spPr>
          <a:xfrm xmlns:a="http://schemas.openxmlformats.org/drawingml/2006/main">
            <a:off x="762000" y="489585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03735"/>
                </a:solidFill>
                <a:latin typeface="Calibri"/>
                <a:ea typeface="Calibri"/>
                <a:cs typeface="Calibri"/>
              </a:defRPr>
            </a:defPPr>
          </a:lstStyle>
          <a:p xmlns:a="http://schemas.openxmlformats.org/drawingml/2006/main">
            <a:pPr marL="0" indent="0" algn="l">
              <a:lnSpc>
                <a:spcPct val="112000"/>
              </a:lnSpc>
              <a:buNone/>
              <a:defRPr sz="2325" b="1">
                <a:solidFill>
                  <a:srgbClr val="303735"/>
                </a:solidFill>
                <a:latin typeface="Calibri"/>
                <a:ea typeface="Calibri"/>
                <a:cs typeface="Calibri"/>
              </a:defRPr>
            </a:pPr>
            <a:r>
              <a:rPr sz="2325" b="1">
                <a:solidFill>
                  <a:srgbClr val="303735"/>
                </a:solidFill>
                <a:latin typeface="Calibri"/>
                <a:ea typeface="Calibri"/>
                <a:cs typeface="Calibri"/>
              </a:rPr>
              <a:t>A0: one valid cache hit</a:t>
            </a:r>
          </a:p>
        </p:txBody>
      </p:sp>
      <p:sp>
        <p:nvSpPr>
          <p:cNvPr id="4" name="">
            <a:extLst xmlns:a="http://schemas.openxmlformats.org/drawingml/2006/main">
              <a:ext uri="{FF2B5EF4-FFF2-40B4-BE49-F238E27FC236}">
                <a16:creationId xmlns:a16="http://schemas.microsoft.com/office/drawing/2014/main" id="{7D6893C2-AC00-480B-9B00-1657ACA80C25}"/>
              </a:ext>
            </a:extLst>
          </p:cNvPr>
          <p:cNvSpPr>
            <a:spLocks xmlns:a="http://schemas.openxmlformats.org/drawingml/2006/main" noGrp="1"/>
          </p:cNvSpPr>
          <p:nvPr/>
        </p:nvSpPr>
        <p:spPr>
          <a:xfrm xmlns:a="http://schemas.openxmlformats.org/drawingml/2006/main">
            <a:off x="762000" y="5391150"/>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82B29"/>
                </a:solidFill>
                <a:latin typeface="Calibri"/>
                <a:ea typeface="Calibri"/>
                <a:cs typeface="Calibri"/>
              </a:defRPr>
            </a:defPPr>
          </a:lstStyle>
          <a:p xmlns:a="http://schemas.openxmlformats.org/drawingml/2006/main">
            <a:pPr marL="0" indent="0" algn="l">
              <a:lnSpc>
                <a:spcPct val="112000"/>
              </a:lnSpc>
              <a:buNone/>
              <a:defRPr sz="2025" b="0">
                <a:solidFill>
                  <a:srgbClr val="282B29"/>
                </a:solidFill>
                <a:latin typeface="Calibri"/>
                <a:ea typeface="Calibri"/>
                <a:cs typeface="Calibri"/>
              </a:defRPr>
            </a:pPr>
            <a:r>
              <a:rPr sz="2025" b="0">
                <a:solidFill>
                  <a:srgbClr val="282B29"/>
                </a:solidFill>
                <a:latin typeface="Calibri"/>
                <a:ea typeface="Calibri"/>
                <a:cs typeface="Calibri"/>
              </a:rPr>
              <a:t>0.008214 seconds</a:t>
            </a:r>
          </a:p>
          <a:p xmlns:a="http://schemas.openxmlformats.org/drawingml/2006/main">
            <a:pPr marL="0" indent="0" algn="l">
              <a:lnSpc>
                <a:spcPct val="112000"/>
              </a:lnSpc>
              <a:buNone/>
              <a:defRPr sz="2025" b="0">
                <a:solidFill>
                  <a:srgbClr val="282B29"/>
                </a:solidFill>
                <a:latin typeface="Calibri"/>
                <a:ea typeface="Calibri"/>
                <a:cs typeface="Calibri"/>
              </a:defRPr>
            </a:pPr>
            <a:r>
              <a:rPr sz="2025" b="0">
                <a:solidFill>
                  <a:srgbClr val="282B29"/>
                </a:solidFill>
                <a:latin typeface="Calibri"/>
                <a:ea typeface="Calibri"/>
                <a:cs typeface="Calibri"/>
              </a:rPr>
              <a:t>0 model calls, 0 chat tokens</a:t>
            </a:r>
          </a:p>
        </p:txBody>
      </p:sp>
      <p:sp>
        <p:nvSpPr>
          <p:cNvPr id="5" name="">
            <a:extLst xmlns:a="http://schemas.openxmlformats.org/drawingml/2006/main">
              <a:ext uri="{FF2B5EF4-FFF2-40B4-BE49-F238E27FC236}">
                <a16:creationId xmlns:a16="http://schemas.microsoft.com/office/drawing/2014/main" id="{E74C15A3-9D25-4808-8913-664162FB3560}"/>
              </a:ext>
            </a:extLst>
          </p:cNvPr>
          <p:cNvSpPr>
            <a:spLocks xmlns:a="http://schemas.openxmlformats.org/drawingml/2006/main" noGrp="1"/>
          </p:cNvSpPr>
          <p:nvPr/>
        </p:nvSpPr>
        <p:spPr>
          <a:xfrm xmlns:a="http://schemas.openxmlformats.org/drawingml/2006/main">
            <a:off x="6667500" y="48958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9A512F"/>
                </a:solidFill>
                <a:latin typeface="Calibri"/>
                <a:ea typeface="Calibri"/>
                <a:cs typeface="Calibri"/>
              </a:defRPr>
            </a:defPPr>
          </a:lstStyle>
          <a:p xmlns:a="http://schemas.openxmlformats.org/drawingml/2006/main">
            <a:pPr marL="0" indent="0" algn="l">
              <a:lnSpc>
                <a:spcPct val="112000"/>
              </a:lnSpc>
              <a:buNone/>
              <a:defRPr sz="2325" b="1">
                <a:solidFill>
                  <a:srgbClr val="9A512F"/>
                </a:solidFill>
                <a:latin typeface="Calibri"/>
                <a:ea typeface="Calibri"/>
                <a:cs typeface="Calibri"/>
              </a:defRPr>
            </a:pPr>
            <a:r>
              <a:rPr sz="2325" b="1">
                <a:solidFill>
                  <a:srgbClr val="9A512F"/>
                </a:solidFill>
                <a:latin typeface="Calibri"/>
                <a:ea typeface="Calibri"/>
                <a:cs typeface="Calibri"/>
              </a:rPr>
              <a:t>B0 stayed uncached</a:t>
            </a:r>
          </a:p>
        </p:txBody>
      </p:sp>
      <p:sp>
        <p:nvSpPr>
          <p:cNvPr id="6" name="">
            <a:extLst xmlns:a="http://schemas.openxmlformats.org/drawingml/2006/main">
              <a:ext uri="{FF2B5EF4-FFF2-40B4-BE49-F238E27FC236}">
                <a16:creationId xmlns:a16="http://schemas.microsoft.com/office/drawing/2014/main" id="{0110DE29-B235-4D86-B272-146CB800A9CC}"/>
              </a:ext>
            </a:extLst>
          </p:cNvPr>
          <p:cNvSpPr>
            <a:spLocks xmlns:a="http://schemas.openxmlformats.org/drawingml/2006/main" noGrp="1"/>
          </p:cNvSpPr>
          <p:nvPr/>
        </p:nvSpPr>
        <p:spPr>
          <a:xfrm xmlns:a="http://schemas.openxmlformats.org/drawingml/2006/main">
            <a:off x="6667500" y="5391150"/>
            <a:ext cx="485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82B29"/>
                </a:solidFill>
                <a:latin typeface="Calibri"/>
                <a:ea typeface="Calibri"/>
                <a:cs typeface="Calibri"/>
              </a:defRPr>
            </a:defPPr>
          </a:lstStyle>
          <a:p xmlns:a="http://schemas.openxmlformats.org/drawingml/2006/main">
            <a:pPr marL="0" indent="0" algn="l">
              <a:lnSpc>
                <a:spcPct val="112000"/>
              </a:lnSpc>
              <a:buNone/>
              <a:defRPr sz="2025" b="0">
                <a:solidFill>
                  <a:srgbClr val="282B29"/>
                </a:solidFill>
                <a:latin typeface="Calibri"/>
                <a:ea typeface="Calibri"/>
                <a:cs typeface="Calibri"/>
              </a:defRPr>
            </a:pPr>
            <a:r>
              <a:rPr sz="2025" b="0">
                <a:solidFill>
                  <a:srgbClr val="282B29"/>
                </a:solidFill>
                <a:latin typeface="Calibri"/>
                <a:ea typeface="Calibri"/>
                <a:cs typeface="Calibri"/>
              </a:rPr>
              <a:t>Its answer never passed validation.</a:t>
            </a:r>
          </a:p>
          <a:p xmlns:a="http://schemas.openxmlformats.org/drawingml/2006/main">
            <a:pPr marL="0" indent="0" algn="l">
              <a:lnSpc>
                <a:spcPct val="112000"/>
              </a:lnSpc>
              <a:buNone/>
              <a:defRPr sz="2025" b="0">
                <a:solidFill>
                  <a:srgbClr val="282B29"/>
                </a:solidFill>
                <a:latin typeface="Calibri"/>
                <a:ea typeface="Calibri"/>
                <a:cs typeface="Calibri"/>
              </a:defRPr>
            </a:pPr>
            <a:r>
              <a:rPr sz="2025" b="0">
                <a:solidFill>
                  <a:srgbClr val="282B29"/>
                </a:solidFill>
                <a:latin typeface="Calibri"/>
                <a:ea typeface="Calibri"/>
                <a:cs typeface="Calibri"/>
              </a:rPr>
              <a:t>The repeat retried the full workflow.</a:t>
            </a:r>
          </a:p>
        </p:txBody>
      </p:sp>
      <p:sp>
        <p:nvSpPr>
          <p:cNvPr id="7" name="">
            <a:extLst xmlns:a="http://schemas.openxmlformats.org/drawingml/2006/main">
              <a:ext uri="{FF2B5EF4-FFF2-40B4-BE49-F238E27FC236}">
                <a16:creationId xmlns:a16="http://schemas.microsoft.com/office/drawing/2014/main" id="{D2583D97-A8D0-4942-93CB-193F70BC9B40}"/>
              </a:ext>
            </a:extLst>
          </p:cNvPr>
          <p:cNvSpPr>
            <a:spLocks xmlns:a="http://schemas.openxmlformats.org/drawingml/2006/main" noGrp="1"/>
          </p:cNvSpPr>
          <p:nvPr/>
        </p:nvSpPr>
        <p:spPr>
          <a:xfrm xmlns:a="http://schemas.openxmlformats.org/drawingml/2006/main">
            <a:off x="762000" y="61150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25F58"/>
                </a:solidFill>
                <a:latin typeface="Calibri"/>
                <a:ea typeface="Calibri"/>
                <a:cs typeface="Calibri"/>
              </a:defRPr>
            </a:defPPr>
          </a:lstStyle>
          <a:p xmlns:a="http://schemas.openxmlformats.org/drawingml/2006/main">
            <a:pPr marL="0" indent="0" algn="l">
              <a:lnSpc>
                <a:spcPct val="112000"/>
              </a:lnSpc>
              <a:buNone/>
              <a:defRPr sz="1500" b="0">
                <a:solidFill>
                  <a:srgbClr val="625F58"/>
                </a:solidFill>
                <a:latin typeface="Calibri"/>
                <a:ea typeface="Calibri"/>
                <a:cs typeface="Calibri"/>
              </a:defRPr>
            </a:pPr>
            <a:r>
              <a:rPr sz="1500" b="0">
                <a:solidFill>
                  <a:srgbClr val="625F58"/>
                </a:solidFill>
                <a:latin typeface="Calibri"/>
                <a:ea typeface="Calibri"/>
                <a:cs typeface="Calibri"/>
              </a:rPr>
              <a:t>Recorded request time excludes corpus setup. Exact matching misses paraphrases. No billed-dollar savings claimed.</a:t>
            </a:r>
          </a:p>
        </p:txBody>
      </p:sp>
    </p:spTree>
    <p:extLst>
      <p:ext uri="{BB962C8B-B14F-4D97-AF65-F5344CB8AC3E}">
        <p14:creationId xmlns:p14="http://schemas.microsoft.com/office/powerpoint/2010/main" val="393748619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official-section-heading">
            <a:extLst xmlns:a="http://schemas.openxmlformats.org/drawingml/2006/main">
              <a:ext uri="{FF2B5EF4-FFF2-40B4-BE49-F238E27FC236}">
                <a16:creationId xmlns:a16="http://schemas.microsoft.com/office/drawing/2014/main" id="{D8BFFEEB-6718-4DD0-B404-DD74E70DEC2D}"/>
              </a:ext>
            </a:extLst>
          </p:cNvPr>
          <p:cNvSpPr>
            <a:spLocks xmlns:a="http://schemas.openxmlformats.org/drawingml/2006/main" noGrp="1"/>
          </p:cNvSpPr>
          <p:nvPr/>
        </p:nvSpPr>
        <p:spPr>
          <a:xfrm xmlns:a="http://schemas.openxmlformats.org/drawingml/2006/main">
            <a:off x="714375" y="55245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9A512F"/>
                </a:solidFill>
                <a:latin typeface="Calibri"/>
                <a:ea typeface="Calibri"/>
                <a:cs typeface="Calibri"/>
              </a:defRPr>
            </a:defPPr>
          </a:lstStyle>
          <a:p xmlns:a="http://schemas.openxmlformats.org/drawingml/2006/main">
            <a:pPr>
              <a:buNone/>
              <a:defRPr sz="3000" b="1">
                <a:solidFill>
                  <a:srgbClr val="9A512F"/>
                </a:solidFill>
                <a:latin typeface="Calibri"/>
                <a:ea typeface="Calibri"/>
                <a:cs typeface="Calibri"/>
              </a:defRPr>
            </a:pPr>
            <a:r>
              <a:rPr sz="3000" b="1">
                <a:solidFill>
                  <a:srgbClr val="9A512F"/>
                </a:solidFill>
                <a:latin typeface="Calibri"/>
                <a:ea typeface="Calibri"/>
                <a:cs typeface="Calibri"/>
              </a:rPr>
              <a:t>Engineering Decisions</a:t>
            </a:r>
          </a:p>
        </p:txBody>
      </p:sp>
      <p:graphicFrame>
        <p:nvGraphicFramePr>
          <p:cNvPr id="2" name="">
            <a:extLst xmlns:a="http://schemas.openxmlformats.org/drawingml/2006/main">
              <a:ext uri="{FF2B5EF4-FFF2-40B4-BE49-F238E27FC236}">
                <a16:creationId xmlns:a16="http://schemas.microsoft.com/office/drawing/2014/main" id="{F30DD50C-5AAD-4C36-8DC5-305764101700}"/>
              </a:ext>
            </a:extLst>
          </p:cNvPr>
          <p:cNvGraphicFramePr/>
          <p:nvPr/>
        </p:nvGraphicFramePr>
        <p:xfrm>
          <a:off xmlns:a="http://schemas.openxmlformats.org/drawingml/2006/main" x="762000" y="1657350"/>
          <a:ext xmlns:a="http://schemas.openxmlformats.org/drawingml/2006/main" cx="10668000" cy="3390900"/>
        </p:xfrm>
        <a:graphic xmlns:a="http://schemas.openxmlformats.org/drawingml/2006/main">
          <a:graphicData uri="http://schemas.openxmlformats.org/drawingml/2006/table">
            <a:tbl>
              <a:tblPr/>
              <a:tblGrid>
                <a:gridCol w="2095500"/>
                <a:gridCol w="4000500"/>
                <a:gridCol w="4572000"/>
              </a:tblGrid>
              <a:tr h="847725">
                <a:tc>
                  <a:txBody>
                    <a:bodyPr/>
                    <a:lstStyle/>
                    <a:p>
                      <a:r>
                        <a:rPr sz="1875" b="1">
                          <a:solidFill>
                            <a:srgbClr val="FFFFFF"/>
                          </a:solidFill>
                          <a:latin typeface="Calibri"/>
                          <a:ea typeface="Calibri"/>
                          <a:cs typeface="Calibri"/>
                        </a:rPr>
                        <a:t>Choice</a:t>
                      </a:r>
                    </a:p>
                  </a:txBody>
                  <a:tcPr marL="91440" marR="91440" marT="45720" marB="45720">
                    <a:solidFill>
                      <a:srgbClr val="9A512F"/>
                    </a:solidFill>
                  </a:tcPr>
                </a:tc>
                <a:tc>
                  <a:txBody>
                    <a:bodyPr/>
                    <a:lstStyle/>
                    <a:p>
                      <a:r>
                        <a:rPr sz="1875" b="1">
                          <a:solidFill>
                            <a:srgbClr val="FFFFFF"/>
                          </a:solidFill>
                          <a:latin typeface="Calibri"/>
                          <a:ea typeface="Calibri"/>
                          <a:cs typeface="Calibri"/>
                        </a:rPr>
                        <a:t>Why this approach</a:t>
                      </a:r>
                    </a:p>
                  </a:txBody>
                  <a:tcPr marL="91440" marR="91440" marT="45720" marB="45720">
                    <a:solidFill>
                      <a:srgbClr val="9A512F"/>
                    </a:solidFill>
                  </a:tcPr>
                </a:tc>
                <a:tc>
                  <a:txBody>
                    <a:bodyPr/>
                    <a:lstStyle/>
                    <a:p>
                      <a:r>
                        <a:rPr sz="1875" b="1">
                          <a:solidFill>
                            <a:srgbClr val="FFFFFF"/>
                          </a:solidFill>
                          <a:latin typeface="Calibri"/>
                          <a:ea typeface="Calibri"/>
                          <a:cs typeface="Calibri"/>
                        </a:rPr>
                        <a:t>Alternative and trade-off</a:t>
                      </a:r>
                    </a:p>
                  </a:txBody>
                  <a:tcPr marL="91440" marR="91440" marT="45720" marB="45720">
                    <a:solidFill>
                      <a:srgbClr val="9A512F"/>
                    </a:solidFill>
                  </a:tcPr>
                </a:tc>
              </a:tr>
              <a:tr h="847725">
                <a:tc>
                  <a:txBody>
                    <a:bodyPr/>
                    <a:lstStyle/>
                    <a:p>
                      <a:r>
                        <a:rPr sz="1875" b="0">
                          <a:solidFill>
                            <a:srgbClr val="282B29"/>
                          </a:solidFill>
                          <a:latin typeface="Calibri"/>
                          <a:ea typeface="Calibri"/>
                          <a:cs typeface="Calibri"/>
                        </a:rPr>
                        <a:t>BM25 with a</a:t>
                      </a:r>
                    </a:p>
                    <a:p>
                      <a:r>
                        <a:rPr sz="1875" b="0">
                          <a:solidFill>
                            <a:srgbClr val="282B29"/>
                          </a:solidFill>
                          <a:latin typeface="Calibri"/>
                          <a:ea typeface="Calibri"/>
                          <a:cs typeface="Calibri"/>
                        </a:rPr>
                        <a:t>bounded agent</a:t>
                      </a:r>
                    </a:p>
                  </a:txBody>
                  <a:tcPr marL="91440" marR="91440" marT="45720" marB="45720">
                    <a:solidFill>
                      <a:srgbClr val="F0ECE4"/>
                    </a:solidFill>
                  </a:tcPr>
                </a:tc>
                <a:tc>
                  <a:txBody>
                    <a:bodyPr/>
                    <a:lstStyle/>
                    <a:p>
                      <a:r>
                        <a:rPr sz="1875" b="0">
                          <a:solidFill>
                            <a:srgbClr val="282B29"/>
                          </a:solidFill>
                          <a:latin typeface="Calibri"/>
                          <a:ea typeface="Calibri"/>
                          <a:cs typeface="Calibri"/>
                        </a:rPr>
                        <a:t>Retain the existing retrieval baseline.</a:t>
                      </a:r>
                    </a:p>
                    <a:p>
                      <a:r>
                        <a:rPr sz="1875" b="0">
                          <a:solidFill>
                            <a:srgbClr val="282B29"/>
                          </a:solidFill>
                          <a:latin typeface="Calibri"/>
                          <a:ea typeface="Calibri"/>
                          <a:cs typeface="Calibri"/>
                        </a:rPr>
                        <a:t>Limit actions and evidence volume.</a:t>
                      </a:r>
                    </a:p>
                  </a:txBody>
                  <a:tcPr marL="91440" marR="91440" marT="45720" marB="45720">
                    <a:solidFill>
                      <a:srgbClr val="F0ECE4"/>
                    </a:solidFill>
                  </a:tcPr>
                </a:tc>
                <a:tc>
                  <a:txBody>
                    <a:bodyPr/>
                    <a:lstStyle/>
                    <a:p>
                      <a:r>
                        <a:rPr sz="1875" b="0">
                          <a:solidFill>
                            <a:srgbClr val="282B29"/>
                          </a:solidFill>
                          <a:latin typeface="Calibri"/>
                          <a:ea typeface="Calibri"/>
                          <a:cs typeface="Calibri"/>
                        </a:rPr>
                        <a:t>Vector or hybrid retrieval needs its own</a:t>
                      </a:r>
                    </a:p>
                    <a:p>
                      <a:r>
                        <a:rPr sz="1875" b="0">
                          <a:solidFill>
                            <a:srgbClr val="282B29"/>
                          </a:solidFill>
                          <a:latin typeface="Calibri"/>
                          <a:ea typeface="Calibri"/>
                          <a:cs typeface="Calibri"/>
                        </a:rPr>
                        <a:t>comparison. Keyword matching can</a:t>
                      </a:r>
                    </a:p>
                    <a:p>
                      <a:r>
                        <a:rPr sz="1875" b="0">
                          <a:solidFill>
                            <a:srgbClr val="282B29"/>
                          </a:solidFill>
                          <a:latin typeface="Calibri"/>
                          <a:ea typeface="Calibri"/>
                          <a:cs typeface="Calibri"/>
                        </a:rPr>
                        <a:t>miss conceptual paraphrases.</a:t>
                      </a:r>
                    </a:p>
                  </a:txBody>
                  <a:tcPr marL="91440" marR="91440" marT="45720" marB="45720">
                    <a:solidFill>
                      <a:srgbClr val="F0ECE4"/>
                    </a:solidFill>
                  </a:tcPr>
                </a:tc>
              </a:tr>
              <a:tr h="847725">
                <a:tc>
                  <a:txBody>
                    <a:bodyPr/>
                    <a:lstStyle/>
                    <a:p>
                      <a:r>
                        <a:rPr sz="1875" b="0">
                          <a:solidFill>
                            <a:srgbClr val="282B29"/>
                          </a:solidFill>
                          <a:latin typeface="Calibri"/>
                          <a:ea typeface="Calibri"/>
                          <a:cs typeface="Calibri"/>
                        </a:rPr>
                        <a:t>Retrieved IDs +</a:t>
                      </a:r>
                    </a:p>
                    <a:p>
                      <a:r>
                        <a:rPr sz="1875" b="0">
                          <a:solidFill>
                            <a:srgbClr val="282B29"/>
                          </a:solidFill>
                          <a:latin typeface="Calibri"/>
                          <a:ea typeface="Calibri"/>
                          <a:cs typeface="Calibri"/>
                        </a:rPr>
                        <a:t>verbatim quotes</a:t>
                      </a:r>
                    </a:p>
                  </a:txBody>
                  <a:tcPr marL="91440" marR="91440" marT="45720" marB="45720">
                    <a:solidFill>
                      <a:srgbClr val="FFFFFF"/>
                    </a:solidFill>
                  </a:tcPr>
                </a:tc>
                <a:tc>
                  <a:txBody>
                    <a:bodyPr/>
                    <a:lstStyle/>
                    <a:p>
                      <a:r>
                        <a:rPr sz="1875" b="0">
                          <a:solidFill>
                            <a:srgbClr val="282B29"/>
                          </a:solidFill>
                          <a:latin typeface="Calibri"/>
                          <a:ea typeface="Calibri"/>
                          <a:cs typeface="Calibri"/>
                        </a:rPr>
                        <a:t>Make source checks inspectable</a:t>
                      </a:r>
                    </a:p>
                    <a:p>
                      <a:r>
                        <a:rPr sz="1875" b="0">
                          <a:solidFill>
                            <a:srgbClr val="282B29"/>
                          </a:solidFill>
                          <a:latin typeface="Calibri"/>
                          <a:ea typeface="Calibri"/>
                          <a:cs typeface="Calibri"/>
                        </a:rPr>
                        <a:t>without another model judge.</a:t>
                      </a:r>
                    </a:p>
                    <a:p>
                      <a:r>
                        <a:rPr sz="1875" b="0">
                          <a:solidFill>
                            <a:srgbClr val="282B29"/>
                          </a:solidFill>
                          <a:latin typeface="Calibri"/>
                          <a:ea typeface="Calibri"/>
                          <a:cs typeface="Calibri"/>
                        </a:rPr>
                        <a:t>One repair, then withhold.</a:t>
                      </a:r>
                    </a:p>
                  </a:txBody>
                  <a:tcPr marL="91440" marR="91440" marT="45720" marB="45720">
                    <a:solidFill>
                      <a:srgbClr val="FFFFFF"/>
                    </a:solidFill>
                  </a:tcPr>
                </a:tc>
                <a:tc>
                  <a:txBody>
                    <a:bodyPr/>
                    <a:lstStyle/>
                    <a:p>
                      <a:r>
                        <a:rPr sz="1875" b="0">
                          <a:solidFill>
                            <a:srgbClr val="282B29"/>
                          </a:solidFill>
                          <a:latin typeface="Calibri"/>
                          <a:ea typeface="Calibri"/>
                          <a:cs typeface="Calibri"/>
                        </a:rPr>
                        <a:t>A model judge may assess meaning</a:t>
                      </a:r>
                    </a:p>
                    <a:p>
                      <a:r>
                        <a:rPr sz="1875" b="0">
                          <a:solidFill>
                            <a:srgbClr val="282B29"/>
                          </a:solidFill>
                          <a:latin typeface="Calibri"/>
                          <a:ea typeface="Calibri"/>
                          <a:cs typeface="Calibri"/>
                        </a:rPr>
                        <a:t>but adds calls and judge error. Strict</a:t>
                      </a:r>
                    </a:p>
                    <a:p>
                      <a:r>
                        <a:rPr sz="1875" b="0">
                          <a:solidFill>
                            <a:srgbClr val="282B29"/>
                          </a:solidFill>
                          <a:latin typeface="Calibri"/>
                          <a:ea typeface="Calibri"/>
                          <a:cs typeface="Calibri"/>
                        </a:rPr>
                        <a:t>matching rejected the useful B0 answer.</a:t>
                      </a:r>
                    </a:p>
                  </a:txBody>
                  <a:tcPr marL="91440" marR="91440" marT="45720" marB="45720">
                    <a:solidFill>
                      <a:srgbClr val="FFFFFF"/>
                    </a:solidFill>
                  </a:tcPr>
                </a:tc>
              </a:tr>
              <a:tr h="847725">
                <a:tc>
                  <a:txBody>
                    <a:bodyPr/>
                    <a:lstStyle/>
                    <a:p>
                      <a:r>
                        <a:rPr sz="1875" b="0">
                          <a:solidFill>
                            <a:srgbClr val="282B29"/>
                          </a:solidFill>
                          <a:latin typeface="Calibri"/>
                          <a:ea typeface="Calibri"/>
                          <a:cs typeface="Calibri"/>
                        </a:rPr>
                        <a:t>Exact-question</a:t>
                      </a:r>
                    </a:p>
                    <a:p>
                      <a:r>
                        <a:rPr sz="1875" b="0">
                          <a:solidFill>
                            <a:srgbClr val="282B29"/>
                          </a:solidFill>
                          <a:latin typeface="Calibri"/>
                          <a:ea typeface="Calibri"/>
                          <a:cs typeface="Calibri"/>
                        </a:rPr>
                        <a:t>answer cache</a:t>
                      </a:r>
                    </a:p>
                  </a:txBody>
                  <a:tcPr marL="91440" marR="91440" marT="45720" marB="45720">
                    <a:solidFill>
                      <a:srgbClr val="F0ECE4"/>
                    </a:solidFill>
                  </a:tcPr>
                </a:tc>
                <a:tc>
                  <a:txBody>
                    <a:bodyPr/>
                    <a:lstStyle/>
                    <a:p>
                      <a:r>
                        <a:rPr sz="1875" b="0">
                          <a:solidFill>
                            <a:srgbClr val="282B29"/>
                          </a:solidFill>
                          <a:latin typeface="Calibri"/>
                          <a:ea typeface="Calibri"/>
                          <a:cs typeface="Calibri"/>
                        </a:rPr>
                        <a:t>Revalidate stored evidence in code.</a:t>
                      </a:r>
                    </a:p>
                    <a:p>
                      <a:r>
                        <a:rPr sz="1875" b="0">
                          <a:solidFill>
                            <a:srgbClr val="282B29"/>
                          </a:solidFill>
                          <a:latin typeface="Calibri"/>
                          <a:ea typeface="Calibri"/>
                          <a:cs typeface="Calibri"/>
                        </a:rPr>
                        <a:t>A0 repeat used zero model calls.</a:t>
                      </a:r>
                    </a:p>
                  </a:txBody>
                  <a:tcPr marL="91440" marR="91440" marT="45720" marB="45720">
                    <a:solidFill>
                      <a:srgbClr val="F0ECE4"/>
                    </a:solidFill>
                  </a:tcPr>
                </a:tc>
                <a:tc>
                  <a:txBody>
                    <a:bodyPr/>
                    <a:lstStyle/>
                    <a:p>
                      <a:r>
                        <a:rPr sz="1875" b="0">
                          <a:solidFill>
                            <a:srgbClr val="282B29"/>
                          </a:solidFill>
                          <a:latin typeface="Calibri"/>
                          <a:ea typeface="Calibri"/>
                          <a:cs typeface="Calibri"/>
                        </a:rPr>
                        <a:t>Semantic matching could reuse more</a:t>
                      </a:r>
                    </a:p>
                    <a:p>
                      <a:r>
                        <a:rPr sz="1875" b="0">
                          <a:solidFill>
                            <a:srgbClr val="282B29"/>
                          </a:solidFill>
                          <a:latin typeface="Calibri"/>
                          <a:ea typeface="Calibri"/>
                          <a:cs typeface="Calibri"/>
                        </a:rPr>
                        <a:t>questions. Exact matching misses</a:t>
                      </a:r>
                    </a:p>
                    <a:p>
                      <a:r>
                        <a:rPr sz="1875" b="0">
                          <a:solidFill>
                            <a:srgbClr val="282B29"/>
                          </a:solidFill>
                          <a:latin typeface="Calibri"/>
                          <a:ea typeface="Calibri"/>
                          <a:cs typeface="Calibri"/>
                        </a:rPr>
                        <a:t>paraphrases, and B0 stays uncached.</a:t>
                      </a:r>
                    </a:p>
                  </a:txBody>
                  <a:tcPr marL="91440" marR="91440" marT="45720" marB="45720">
                    <a:solidFill>
                      <a:srgbClr val="F0ECE4"/>
                    </a:solidFill>
                  </a:tcPr>
                </a:tc>
              </a:tr>
            </a:tbl>
          </a:graphicData>
        </a:graphic>
      </p:graphicFrame>
      <p:sp>
        <p:nvSpPr>
          <p:cNvPr id="3" name="choice-scope">
            <a:extLst xmlns:a="http://schemas.openxmlformats.org/drawingml/2006/main">
              <a:ext uri="{FF2B5EF4-FFF2-40B4-BE49-F238E27FC236}">
                <a16:creationId xmlns:a16="http://schemas.microsoft.com/office/drawing/2014/main" id="{12B40346-4229-454E-A149-AEE5D74FC44F}"/>
              </a:ext>
            </a:extLst>
          </p:cNvPr>
          <p:cNvSpPr>
            <a:spLocks xmlns:a="http://schemas.openxmlformats.org/drawingml/2006/main" noGrp="1"/>
          </p:cNvSpPr>
          <p:nvPr/>
        </p:nvSpPr>
        <p:spPr>
          <a:xfrm xmlns:a="http://schemas.openxmlformats.org/drawingml/2006/main">
            <a:off x="762000" y="5524500"/>
            <a:ext cx="106680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1">
                <a:solidFill>
                  <a:srgbClr val="9A512F"/>
                </a:solidFill>
                <a:latin typeface="Calibri"/>
                <a:ea typeface="Calibri"/>
                <a:cs typeface="Calibri"/>
              </a:defRPr>
            </a:defPPr>
          </a:lstStyle>
          <a:p xmlns:a="http://schemas.openxmlformats.org/drawingml/2006/main">
            <a:pPr>
              <a:buNone/>
              <a:defRPr sz="2025" b="1">
                <a:solidFill>
                  <a:srgbClr val="9A512F"/>
                </a:solidFill>
                <a:latin typeface="Calibri"/>
                <a:ea typeface="Calibri"/>
                <a:cs typeface="Calibri"/>
              </a:defRPr>
            </a:pPr>
            <a:r>
              <a:rPr sz="2025" b="1">
                <a:solidFill>
                  <a:srgbClr val="9A512F"/>
                </a:solidFill>
                <a:latin typeface="Calibri"/>
                <a:ea typeface="Calibri"/>
                <a:cs typeface="Calibri"/>
              </a:rPr>
              <a:t>Selected for this controlled course experiment.</a:t>
            </a:r>
          </a:p>
          <a:p xmlns:a="http://schemas.openxmlformats.org/drawingml/2006/main">
            <a:pPr>
              <a:buNone/>
              <a:defRPr sz="2025" b="1">
                <a:solidFill>
                  <a:srgbClr val="9A512F"/>
                </a:solidFill>
                <a:latin typeface="Calibri"/>
                <a:ea typeface="Calibri"/>
                <a:cs typeface="Calibri"/>
              </a:defRPr>
            </a:pPr>
            <a:r>
              <a:rPr sz="2025" b="1">
                <a:solidFill>
                  <a:srgbClr val="9A512F"/>
                </a:solidFill>
                <a:latin typeface="Calibri"/>
                <a:ea typeface="Calibri"/>
                <a:cs typeface="Calibri"/>
              </a:rPr>
              <a:t>The final comparison does not establish which alternative is best.</a:t>
            </a:r>
          </a:p>
        </p:txBody>
      </p:sp>
    </p:spTree>
    <p:extLst>
      <p:ext uri="{BB962C8B-B14F-4D97-AF65-F5344CB8AC3E}">
        <p14:creationId xmlns:p14="http://schemas.microsoft.com/office/powerpoint/2010/main" val="41718137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AB04936-1DDA-4F84-8970-A81EBABECF6B}"/>
              </a:ext>
            </a:extLst>
          </p:cNvPr>
          <p:cNvSpPr>
            <a:spLocks xmlns:a="http://schemas.openxmlformats.org/drawingml/2006/main" noGrp="1"/>
          </p:cNvSpPr>
          <p:nvPr/>
        </p:nvSpPr>
        <p:spPr>
          <a:xfrm xmlns:a="http://schemas.openxmlformats.org/drawingml/2006/main">
            <a:off x="714375" y="552450"/>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9A512F"/>
                </a:solidFill>
                <a:latin typeface="Calibri"/>
                <a:ea typeface="Calibri"/>
                <a:cs typeface="Calibri"/>
              </a:defRPr>
            </a:defPPr>
          </a:lstStyle>
          <a:p xmlns:a="http://schemas.openxmlformats.org/drawingml/2006/main">
            <a:pPr marL="0" indent="0" algn="l">
              <a:lnSpc>
                <a:spcPct val="112000"/>
              </a:lnSpc>
              <a:buNone/>
              <a:defRPr sz="2850" b="1">
                <a:solidFill>
                  <a:srgbClr val="9A512F"/>
                </a:solidFill>
                <a:latin typeface="Calibri"/>
                <a:ea typeface="Calibri"/>
                <a:cs typeface="Calibri"/>
              </a:defRPr>
            </a:pPr>
            <a:r>
              <a:rPr sz="2775" b="1">
                <a:solidFill>
                  <a:srgbClr val="9A512F"/>
                </a:solidFill>
                <a:latin typeface="Calibri"/>
                <a:ea typeface="Calibri"/>
                <a:cs typeface="Calibri"/>
              </a:rPr>
              <a:t>Limitations and Future Improvements</a:t>
            </a:r>
          </a:p>
        </p:txBody>
      </p:sp>
      <p:graphicFrame>
        <p:nvGraphicFramePr>
          <p:cNvPr id="2" name="">
            <a:extLst xmlns:a="http://schemas.openxmlformats.org/drawingml/2006/main">
              <a:ext uri="{FF2B5EF4-FFF2-40B4-BE49-F238E27FC236}">
                <a16:creationId xmlns:a16="http://schemas.microsoft.com/office/drawing/2014/main" id="{58D6C0FD-0292-4B07-B134-64144D213EAA}"/>
              </a:ext>
            </a:extLst>
          </p:cNvPr>
          <p:cNvGraphicFramePr/>
          <p:nvPr/>
        </p:nvGraphicFramePr>
        <p:xfrm>
          <a:off xmlns:a="http://schemas.openxmlformats.org/drawingml/2006/main" x="762000" y="1562100"/>
          <a:ext xmlns:a="http://schemas.openxmlformats.org/drawingml/2006/main" cx="10668000" cy="3143250"/>
        </p:xfrm>
        <a:graphic xmlns:a="http://schemas.openxmlformats.org/drawingml/2006/main">
          <a:graphicData uri="http://schemas.openxmlformats.org/drawingml/2006/table">
            <a:tbl>
              <a:tblPr/>
              <a:tblGrid>
                <a:gridCol w="2190750"/>
                <a:gridCol w="4143375"/>
                <a:gridCol w="4333875"/>
              </a:tblGrid>
              <a:tr h="785813">
                <a:tc>
                  <a:txBody>
                    <a:bodyPr lIns="114300" tIns="114300" rIns="114300" bIns="114300"/>
                    <a:lstStyle/>
                    <a:p>
                      <a:pPr marL="0" indent="0" algn="l">
                        <a:buNone/>
                      </a:pPr>
                      <a:r>
                        <a:rPr sz="1950" b="1">
                          <a:solidFill>
                            <a:srgbClr val="FFFFFF"/>
                          </a:solidFill>
                          <a:latin typeface="Calibri"/>
                          <a:ea typeface="Calibri"/>
                          <a:cs typeface="Calibri"/>
                        </a:rPr>
                        <a:t>Priority</a:t>
                      </a:r>
                    </a:p>
                  </a:txBody>
                  <a:tcPr marL="91440" marR="91440" marT="45720" marB="45720" anchor="ctr">
                    <a:solidFill>
                      <a:srgbClr val="9A512F"/>
                    </a:solidFill>
                  </a:tcPr>
                </a:tc>
                <a:tc>
                  <a:txBody>
                    <a:bodyPr lIns="114300" tIns="114300" rIns="114300" bIns="114300"/>
                    <a:lstStyle/>
                    <a:p>
                      <a:pPr marL="0" indent="0" algn="l">
                        <a:buNone/>
                      </a:pPr>
                      <a:r>
                        <a:rPr sz="1950" b="1">
                          <a:solidFill>
                            <a:srgbClr val="FFFFFF"/>
                          </a:solidFill>
                          <a:latin typeface="Calibri"/>
                          <a:ea typeface="Calibri"/>
                          <a:cs typeface="Calibri"/>
                        </a:rPr>
                        <a:t>Change to test</a:t>
                      </a:r>
                    </a:p>
                  </a:txBody>
                  <a:tcPr marL="91440" marR="91440" marT="45720" marB="45720" anchor="ctr">
                    <a:solidFill>
                      <a:srgbClr val="9A512F"/>
                    </a:solidFill>
                  </a:tcPr>
                </a:tc>
                <a:tc>
                  <a:txBody>
                    <a:bodyPr lIns="114300" tIns="114300" rIns="114300" bIns="114300"/>
                    <a:lstStyle/>
                    <a:p>
                      <a:pPr marL="0" indent="0" algn="l">
                        <a:buNone/>
                      </a:pPr>
                      <a:r>
                        <a:rPr sz="1950" b="1">
                          <a:solidFill>
                            <a:srgbClr val="FFFFFF"/>
                          </a:solidFill>
                          <a:latin typeface="Calibri"/>
                          <a:ea typeface="Calibri"/>
                          <a:cs typeface="Calibri"/>
                        </a:rPr>
                        <a:t>Evidence of improvement</a:t>
                      </a:r>
                    </a:p>
                  </a:txBody>
                  <a:tcPr marL="91440" marR="91440" marT="45720" marB="45720" anchor="ctr">
                    <a:solidFill>
                      <a:srgbClr val="9A512F"/>
                    </a:solidFill>
                  </a:tcPr>
                </a:tc>
              </a:tr>
              <a:tr h="785813">
                <a:tc>
                  <a:txBody>
                    <a:bodyPr lIns="114300" tIns="114300" rIns="114300" bIns="114300"/>
                    <a:lstStyle/>
                    <a:p>
                      <a:pPr marL="0" indent="0" algn="l">
                        <a:buNone/>
                      </a:pPr>
                      <a:r>
                        <a:rPr sz="1950" b="0">
                          <a:solidFill>
                            <a:srgbClr val="282B29"/>
                          </a:solidFill>
                          <a:latin typeface="Calibri"/>
                          <a:ea typeface="Calibri"/>
                          <a:cs typeface="Calibri"/>
                        </a:rPr>
                        <a:t>Quote fidelity</a:t>
                      </a:r>
                    </a:p>
                  </a:txBody>
                  <a:tcPr marL="91440" marR="91440" marT="45720" marB="45720" anchor="ctr">
                    <a:solidFill>
                      <a:srgbClr val="FFFFFF"/>
                    </a:solidFill>
                  </a:tcPr>
                </a:tc>
                <a:tc>
                  <a:txBody>
                    <a:bodyPr lIns="114300" tIns="114300" rIns="114300" bIns="114300"/>
                    <a:lstStyle/>
                    <a:p>
                      <a:pPr marL="0" indent="0" algn="l">
                        <a:buNone/>
                      </a:pPr>
                      <a:r>
                        <a:rPr sz="1950" b="0">
                          <a:solidFill>
                            <a:srgbClr val="282B29"/>
                          </a:solidFill>
                          <a:latin typeface="Calibri"/>
                          <a:ea typeface="Calibri"/>
                          <a:cs typeface="Calibri"/>
                        </a:rPr>
                        <a:t>Source spans or narrow normalization</a:t>
                      </a:r>
                    </a:p>
                  </a:txBody>
                  <a:tcPr marL="91440" marR="91440" marT="45720" marB="45720" anchor="ctr">
                    <a:solidFill>
                      <a:srgbClr val="FFFFFF"/>
                    </a:solidFill>
                  </a:tcPr>
                </a:tc>
                <a:tc>
                  <a:txBody>
                    <a:bodyPr lIns="114300" tIns="114300" rIns="114300" bIns="114300"/>
                    <a:lstStyle/>
                    <a:p>
                      <a:pPr marL="0" indent="0" algn="l">
                        <a:buNone/>
                      </a:pPr>
                      <a:r>
                        <a:rPr sz="1950" b="0">
                          <a:solidFill>
                            <a:srgbClr val="282B29"/>
                          </a:solidFill>
                          <a:latin typeface="Calibri"/>
                          <a:ea typeface="Calibri"/>
                          <a:cs typeface="Calibri"/>
                        </a:rPr>
                        <a:t>Fewer false rejections with altered facts rejected</a:t>
                      </a:r>
                    </a:p>
                  </a:txBody>
                  <a:tcPr marL="91440" marR="91440" marT="45720" marB="45720" anchor="ctr">
                    <a:solidFill>
                      <a:srgbClr val="FFFFFF"/>
                    </a:solidFill>
                  </a:tcPr>
                </a:tc>
              </a:tr>
              <a:tr h="785813">
                <a:tc>
                  <a:txBody>
                    <a:bodyPr lIns="114300" tIns="114300" rIns="114300" bIns="114300"/>
                    <a:lstStyle/>
                    <a:p>
                      <a:pPr marL="0" indent="0" algn="l">
                        <a:buNone/>
                      </a:pPr>
                      <a:r>
                        <a:rPr sz="1950" b="0">
                          <a:solidFill>
                            <a:srgbClr val="282B29"/>
                          </a:solidFill>
                          <a:latin typeface="Calibri"/>
                          <a:ea typeface="Calibri"/>
                          <a:cs typeface="Calibri"/>
                        </a:rPr>
                        <a:t>Answer quality</a:t>
                      </a:r>
                    </a:p>
                  </a:txBody>
                  <a:tcPr marL="91440" marR="91440" marT="45720" marB="45720" anchor="ctr">
                    <a:solidFill>
                      <a:srgbClr val="F0ECE4"/>
                    </a:solidFill>
                  </a:tcPr>
                </a:tc>
                <a:tc>
                  <a:txBody>
                    <a:bodyPr lIns="114300" tIns="114300" rIns="114300" bIns="114300"/>
                    <a:lstStyle/>
                    <a:p>
                      <a:pPr marL="0" indent="0" algn="l">
                        <a:buNone/>
                      </a:pPr>
                      <a:r>
                        <a:rPr sz="1950" b="0">
                          <a:solidFill>
                            <a:srgbClr val="282B29"/>
                          </a:solidFill>
                          <a:latin typeface="Calibri"/>
                          <a:ea typeface="Calibri"/>
                          <a:cs typeface="Calibri"/>
                        </a:rPr>
                        <a:t>Held-out questions and repeated runs</a:t>
                      </a:r>
                    </a:p>
                  </a:txBody>
                  <a:tcPr marL="91440" marR="91440" marT="45720" marB="45720" anchor="ctr">
                    <a:solidFill>
                      <a:srgbClr val="F0ECE4"/>
                    </a:solidFill>
                  </a:tcPr>
                </a:tc>
                <a:tc>
                  <a:txBody>
                    <a:bodyPr lIns="114300" tIns="114300" rIns="114300" bIns="114300"/>
                    <a:lstStyle/>
                    <a:p>
                      <a:pPr marL="0" indent="0" algn="l">
                        <a:buNone/>
                      </a:pPr>
                      <a:r>
                        <a:rPr sz="1950" b="0">
                          <a:solidFill>
                            <a:srgbClr val="282B29"/>
                          </a:solidFill>
                          <a:latin typeface="Calibri"/>
                          <a:ea typeface="Calibri"/>
                          <a:cs typeface="Calibri"/>
                        </a:rPr>
                        <a:t>Supported, complete answers and total latency</a:t>
                      </a:r>
                    </a:p>
                  </a:txBody>
                  <a:tcPr marL="91440" marR="91440" marT="45720" marB="45720" anchor="ctr">
                    <a:solidFill>
                      <a:srgbClr val="F0ECE4"/>
                    </a:solidFill>
                  </a:tcPr>
                </a:tc>
              </a:tr>
              <a:tr h="785813">
                <a:tc>
                  <a:txBody>
                    <a:bodyPr lIns="114300" tIns="114300" rIns="114300" bIns="114300"/>
                    <a:lstStyle/>
                    <a:p>
                      <a:pPr marL="0" indent="0" algn="l">
                        <a:buNone/>
                      </a:pPr>
                      <a:r>
                        <a:rPr sz="1950" b="0">
                          <a:solidFill>
                            <a:srgbClr val="282B29"/>
                          </a:solidFill>
                          <a:latin typeface="Calibri"/>
                          <a:ea typeface="Calibri"/>
                          <a:cs typeface="Calibri"/>
                        </a:rPr>
                        <a:t>Pilot controls</a:t>
                      </a:r>
                    </a:p>
                  </a:txBody>
                  <a:tcPr marL="91440" marR="91440" marT="45720" marB="45720" anchor="ctr">
                    <a:solidFill>
                      <a:srgbClr val="FFFFFF"/>
                    </a:solidFill>
                  </a:tcPr>
                </a:tc>
                <a:tc>
                  <a:txBody>
                    <a:bodyPr lIns="114300" tIns="114300" rIns="114300" bIns="114300"/>
                    <a:lstStyle/>
                    <a:p>
                      <a:pPr marL="0" indent="0" algn="l">
                        <a:buNone/>
                      </a:pPr>
                      <a:r>
                        <a:rPr sz="1950" b="0">
                          <a:solidFill>
                            <a:srgbClr val="282B29"/>
                          </a:solidFill>
                          <a:latin typeface="Calibri"/>
                          <a:ea typeface="Calibri"/>
                          <a:cs typeface="Calibri"/>
                        </a:rPr>
                        <a:t>Authorization and document freshness</a:t>
                      </a:r>
                    </a:p>
                  </a:txBody>
                  <a:tcPr marL="91440" marR="91440" marT="45720" marB="45720" anchor="ctr">
                    <a:solidFill>
                      <a:srgbClr val="FFFFFF"/>
                    </a:solidFill>
                  </a:tcPr>
                </a:tc>
                <a:tc>
                  <a:txBody>
                    <a:bodyPr lIns="114300" tIns="114300" rIns="114300" bIns="114300"/>
                    <a:lstStyle/>
                    <a:p>
                      <a:pPr marL="0" indent="0" algn="l">
                        <a:buNone/>
                      </a:pPr>
                      <a:r>
                        <a:rPr sz="1950" b="0">
                          <a:solidFill>
                            <a:srgbClr val="282B29"/>
                          </a:solidFill>
                          <a:latin typeface="Calibri"/>
                          <a:ea typeface="Calibri"/>
                          <a:cs typeface="Calibri"/>
                        </a:rPr>
                        <a:t>No cross-user access or stale evidence reuse</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D5E4C1E-303E-4DD8-AFD9-87CC136918B2}"/>
              </a:ext>
            </a:extLst>
          </p:cNvPr>
          <p:cNvSpPr>
            <a:spLocks xmlns:a="http://schemas.openxmlformats.org/drawingml/2006/main" noGrp="1"/>
          </p:cNvSpPr>
          <p:nvPr/>
        </p:nvSpPr>
        <p:spPr>
          <a:xfrm xmlns:a="http://schemas.openxmlformats.org/drawingml/2006/main">
            <a:off x="762000" y="5105400"/>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82B29"/>
                </a:solidFill>
                <a:latin typeface="Calibri"/>
                <a:ea typeface="Calibri"/>
                <a:cs typeface="Calibri"/>
              </a:defRPr>
            </a:defPPr>
          </a:lstStyle>
          <a:p xmlns:a="http://schemas.openxmlformats.org/drawingml/2006/main">
            <a:pPr marL="0" indent="0" algn="l">
              <a:lnSpc>
                <a:spcPct val="112000"/>
              </a:lnSpc>
              <a:buNone/>
              <a:defRPr sz="2100" b="0">
                <a:solidFill>
                  <a:srgbClr val="282B29"/>
                </a:solidFill>
                <a:latin typeface="Calibri"/>
                <a:ea typeface="Calibri"/>
                <a:cs typeface="Calibri"/>
              </a:defRPr>
            </a:pPr>
            <a:r>
              <a:rPr sz="2025" b="0">
                <a:solidFill>
                  <a:srgbClr val="282B29"/>
                </a:solidFill>
                <a:latin typeface="Calibri"/>
                <a:ea typeface="Calibri"/>
                <a:cs typeface="Calibri"/>
              </a:rPr>
              <a:t>Known limits: a single development run, PDF extraction gaps,</a:t>
            </a:r>
          </a:p>
          <a:p xmlns:a="http://schemas.openxmlformats.org/drawingml/2006/main">
            <a:pPr marL="0" indent="0" algn="l">
              <a:lnSpc>
                <a:spcPct val="112000"/>
              </a:lnSpc>
              <a:buNone/>
              <a:defRPr sz="2100" b="0">
                <a:solidFill>
                  <a:srgbClr val="282B29"/>
                </a:solidFill>
                <a:latin typeface="Calibri"/>
                <a:ea typeface="Calibri"/>
                <a:cs typeface="Calibri"/>
              </a:defRPr>
            </a:pPr>
            <a:r>
              <a:rPr sz="2025" b="0">
                <a:solidFill>
                  <a:srgbClr val="282B29"/>
                </a:solidFill>
                <a:latin typeface="Calibri"/>
                <a:ea typeface="Calibri"/>
                <a:cs typeface="Calibri"/>
              </a:rPr>
              <a:t>and no tested multi-user authorization or production deployment.</a:t>
            </a:r>
          </a:p>
        </p:txBody>
      </p:sp>
      <p:sp>
        <p:nvSpPr>
          <p:cNvPr id="4" name="">
            <a:extLst xmlns:a="http://schemas.openxmlformats.org/drawingml/2006/main">
              <a:ext uri="{FF2B5EF4-FFF2-40B4-BE49-F238E27FC236}">
                <a16:creationId xmlns:a16="http://schemas.microsoft.com/office/drawing/2014/main" id="{25511252-C130-4DC9-B24E-8CE0F76391F8}"/>
              </a:ext>
            </a:extLst>
          </p:cNvPr>
          <p:cNvSpPr>
            <a:spLocks xmlns:a="http://schemas.openxmlformats.org/drawingml/2006/main" noGrp="1"/>
          </p:cNvSpPr>
          <p:nvPr/>
        </p:nvSpPr>
        <p:spPr>
          <a:xfrm xmlns:a="http://schemas.openxmlformats.org/drawingml/2006/main">
            <a:off x="762000" y="61150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25F58"/>
                </a:solidFill>
                <a:latin typeface="Calibri"/>
                <a:ea typeface="Calibri"/>
                <a:cs typeface="Calibri"/>
              </a:defRPr>
            </a:defPPr>
          </a:lstStyle>
          <a:p xmlns:a="http://schemas.openxmlformats.org/drawingml/2006/main">
            <a:pPr marL="0" indent="0" algn="l">
              <a:lnSpc>
                <a:spcPct val="112000"/>
              </a:lnSpc>
              <a:buNone/>
              <a:defRPr sz="1500" b="0">
                <a:solidFill>
                  <a:srgbClr val="625F58"/>
                </a:solidFill>
                <a:latin typeface="Calibri"/>
                <a:ea typeface="Calibri"/>
                <a:cs typeface="Calibri"/>
              </a:defRPr>
            </a:pPr>
            <a:r>
              <a:rPr sz="1500" b="0">
                <a:solidFill>
                  <a:srgbClr val="625F58"/>
                </a:solidFill>
                <a:latin typeface="Calibri"/>
                <a:ea typeface="Calibri"/>
                <a:cs typeface="Calibri"/>
              </a:rPr>
              <a:t>Lab 8.2 reinforced the need to evaluate each stage. Production controls remain future work.</a:t>
            </a:r>
          </a:p>
        </p:txBody>
      </p:sp>
    </p:spTree>
    <p:extLst>
      <p:ext uri="{BB962C8B-B14F-4D97-AF65-F5344CB8AC3E}">
        <p14:creationId xmlns:p14="http://schemas.microsoft.com/office/powerpoint/2010/main" val="393748619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9" name="official-section-heading">
            <a:extLst xmlns:a="http://schemas.openxmlformats.org/drawingml/2006/main">
              <a:ext uri="{FF2B5EF4-FFF2-40B4-BE49-F238E27FC236}">
                <a16:creationId xmlns:a16="http://schemas.microsoft.com/office/drawing/2014/main" id="{B56656B4-DF9C-46A4-8B40-4A41AF91043E}"/>
              </a:ext>
            </a:extLst>
          </p:cNvPr>
          <p:cNvSpPr>
            <a:spLocks xmlns:a="http://schemas.openxmlformats.org/drawingml/2006/main" noGrp="1"/>
          </p:cNvSpPr>
          <p:nvPr/>
        </p:nvSpPr>
        <p:spPr>
          <a:xfrm xmlns:a="http://schemas.openxmlformats.org/drawingml/2006/main">
            <a:off x="714375" y="55245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9A512F"/>
                </a:solidFill>
                <a:latin typeface="Calibri"/>
                <a:ea typeface="Calibri"/>
                <a:cs typeface="Calibri"/>
              </a:defRPr>
            </a:defPPr>
          </a:lstStyle>
          <a:p xmlns:a="http://schemas.openxmlformats.org/drawingml/2006/main">
            <a:pPr>
              <a:buNone/>
              <a:defRPr sz="3000" b="1">
                <a:solidFill>
                  <a:srgbClr val="9A512F"/>
                </a:solidFill>
                <a:latin typeface="Calibri"/>
                <a:ea typeface="Calibri"/>
                <a:cs typeface="Calibri"/>
              </a:defRPr>
            </a:pPr>
            <a:r>
              <a:rPr sz="3000" b="1">
                <a:solidFill>
                  <a:srgbClr val="9A512F"/>
                </a:solidFill>
                <a:latin typeface="Calibri"/>
                <a:ea typeface="Calibri"/>
                <a:cs typeface="Calibri"/>
              </a:rPr>
              <a:t>Questions</a:t>
            </a:r>
          </a:p>
        </p:txBody>
      </p:sp>
      <p:sp>
        <p:nvSpPr>
          <p:cNvPr id="2" name="question-0">
            <a:extLst xmlns:a="http://schemas.openxmlformats.org/drawingml/2006/main">
              <a:ext uri="{FF2B5EF4-FFF2-40B4-BE49-F238E27FC236}">
                <a16:creationId xmlns:a16="http://schemas.microsoft.com/office/drawing/2014/main" id="{C3B828D0-407C-47FF-87CE-62359BB3AD13}"/>
              </a:ext>
            </a:extLst>
          </p:cNvPr>
          <p:cNvSpPr>
            <a:spLocks xmlns:a="http://schemas.openxmlformats.org/drawingml/2006/main" noGrp="1"/>
          </p:cNvSpPr>
          <p:nvPr/>
        </p:nvSpPr>
        <p:spPr>
          <a:xfrm xmlns:a="http://schemas.openxmlformats.org/drawingml/2006/main">
            <a:off x="762000" y="1743075"/>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250" b="1">
                <a:solidFill>
                  <a:srgbClr val="9A512F"/>
                </a:solidFill>
                <a:latin typeface="Calibri"/>
                <a:ea typeface="Calibri"/>
                <a:cs typeface="Calibri"/>
              </a:defRPr>
            </a:defPPr>
          </a:lstStyle>
          <a:p xmlns:a="http://schemas.openxmlformats.org/drawingml/2006/main">
            <a:pPr>
              <a:buNone/>
              <a:defRPr sz="2250" b="1">
                <a:solidFill>
                  <a:srgbClr val="9A512F"/>
                </a:solidFill>
                <a:latin typeface="Calibri"/>
                <a:ea typeface="Calibri"/>
                <a:cs typeface="Calibri"/>
              </a:defRPr>
            </a:pPr>
            <a:r>
              <a:rPr sz="2250" b="1">
                <a:solidFill>
                  <a:srgbClr val="9A512F"/>
                </a:solidFill>
                <a:latin typeface="Calibri"/>
                <a:ea typeface="Calibri"/>
                <a:cs typeface="Calibri"/>
              </a:rPr>
              <a:t>Why this design?</a:t>
            </a:r>
          </a:p>
        </p:txBody>
      </p:sp>
      <p:sp>
        <p:nvSpPr>
          <p:cNvPr id="3" name="answer-0">
            <a:extLst xmlns:a="http://schemas.openxmlformats.org/drawingml/2006/main">
              <a:ext uri="{FF2B5EF4-FFF2-40B4-BE49-F238E27FC236}">
                <a16:creationId xmlns:a16="http://schemas.microsoft.com/office/drawing/2014/main" id="{D916DD2C-A6FD-4F1A-B6E3-45DD48D7FB09}"/>
              </a:ext>
            </a:extLst>
          </p:cNvPr>
          <p:cNvSpPr>
            <a:spLocks xmlns:a="http://schemas.openxmlformats.org/drawingml/2006/main" noGrp="1"/>
          </p:cNvSpPr>
          <p:nvPr/>
        </p:nvSpPr>
        <p:spPr>
          <a:xfrm xmlns:a="http://schemas.openxmlformats.org/drawingml/2006/main">
            <a:off x="762000" y="2152650"/>
            <a:ext cx="1047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00" b="0">
                <a:solidFill>
                  <a:srgbClr val="282B29"/>
                </a:solidFill>
                <a:latin typeface="Calibri"/>
                <a:ea typeface="Calibri"/>
                <a:cs typeface="Calibri"/>
              </a:defRPr>
            </a:defPPr>
          </a:lstStyle>
          <a:p xmlns:a="http://schemas.openxmlformats.org/drawingml/2006/main">
            <a:pPr>
              <a:buNone/>
              <a:defRPr sz="2100" b="0">
                <a:solidFill>
                  <a:srgbClr val="282B29"/>
                </a:solidFill>
                <a:latin typeface="Calibri"/>
                <a:ea typeface="Calibri"/>
                <a:cs typeface="Calibri"/>
              </a:defRPr>
            </a:pPr>
            <a:r>
              <a:rPr sz="2100" b="0">
                <a:solidFill>
                  <a:srgbClr val="282B29"/>
                </a:solidFill>
                <a:latin typeface="Calibri"/>
                <a:ea typeface="Calibri"/>
                <a:cs typeface="Calibri"/>
              </a:rPr>
              <a:t>Inspectable evidence checks and bounded processing, building on the existing baseline.</a:t>
            </a:r>
          </a:p>
        </p:txBody>
      </p:sp>
      <p:sp>
        <p:nvSpPr>
          <p:cNvPr id="4" name="question-1">
            <a:extLst xmlns:a="http://schemas.openxmlformats.org/drawingml/2006/main">
              <a:ext uri="{FF2B5EF4-FFF2-40B4-BE49-F238E27FC236}">
                <a16:creationId xmlns:a16="http://schemas.microsoft.com/office/drawing/2014/main" id="{75B470C5-307F-47B3-A343-EA2C9CB6C36F}"/>
              </a:ext>
            </a:extLst>
          </p:cNvPr>
          <p:cNvSpPr>
            <a:spLocks xmlns:a="http://schemas.openxmlformats.org/drawingml/2006/main" noGrp="1"/>
          </p:cNvSpPr>
          <p:nvPr/>
        </p:nvSpPr>
        <p:spPr>
          <a:xfrm xmlns:a="http://schemas.openxmlformats.org/drawingml/2006/main">
            <a:off x="762000" y="30861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250" b="1">
                <a:solidFill>
                  <a:srgbClr val="9A512F"/>
                </a:solidFill>
                <a:latin typeface="Calibri"/>
                <a:ea typeface="Calibri"/>
                <a:cs typeface="Calibri"/>
              </a:defRPr>
            </a:defPPr>
          </a:lstStyle>
          <a:p xmlns:a="http://schemas.openxmlformats.org/drawingml/2006/main">
            <a:pPr>
              <a:buNone/>
              <a:defRPr sz="2250" b="1">
                <a:solidFill>
                  <a:srgbClr val="9A512F"/>
                </a:solidFill>
                <a:latin typeface="Calibri"/>
                <a:ea typeface="Calibri"/>
                <a:cs typeface="Calibri"/>
              </a:defRPr>
            </a:pPr>
            <a:r>
              <a:rPr sz="2250" b="1">
                <a:solidFill>
                  <a:srgbClr val="9A512F"/>
                </a:solidFill>
                <a:latin typeface="Calibri"/>
                <a:ea typeface="Calibri"/>
                <a:cs typeface="Calibri"/>
              </a:rPr>
              <a:t>What did evaluation demonstrate?</a:t>
            </a:r>
          </a:p>
        </p:txBody>
      </p:sp>
      <p:sp>
        <p:nvSpPr>
          <p:cNvPr id="5" name="answer-1">
            <a:extLst xmlns:a="http://schemas.openxmlformats.org/drawingml/2006/main">
              <a:ext uri="{FF2B5EF4-FFF2-40B4-BE49-F238E27FC236}">
                <a16:creationId xmlns:a16="http://schemas.microsoft.com/office/drawing/2014/main" id="{8417DDAA-4FA4-4261-B665-8C52D7EB9587}"/>
              </a:ext>
            </a:extLst>
          </p:cNvPr>
          <p:cNvSpPr>
            <a:spLocks xmlns:a="http://schemas.openxmlformats.org/drawingml/2006/main" noGrp="1"/>
          </p:cNvSpPr>
          <p:nvPr/>
        </p:nvSpPr>
        <p:spPr>
          <a:xfrm xmlns:a="http://schemas.openxmlformats.org/drawingml/2006/main">
            <a:off x="762000" y="3495675"/>
            <a:ext cx="1047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00" b="0">
                <a:solidFill>
                  <a:srgbClr val="282B29"/>
                </a:solidFill>
                <a:latin typeface="Calibri"/>
                <a:ea typeface="Calibri"/>
                <a:cs typeface="Calibri"/>
              </a:defRPr>
            </a:defPPr>
          </a:lstStyle>
          <a:p xmlns:a="http://schemas.openxmlformats.org/drawingml/2006/main">
            <a:pPr>
              <a:buNone/>
              <a:defRPr sz="2100" b="0">
                <a:solidFill>
                  <a:srgbClr val="282B29"/>
                </a:solidFill>
                <a:latin typeface="Calibri"/>
                <a:ea typeface="Calibri"/>
                <a:cs typeface="Calibri"/>
              </a:defRPr>
            </a:pPr>
            <a:r>
              <a:rPr sz="2100" b="0">
                <a:solidFill>
                  <a:srgbClr val="282B29"/>
                </a:solidFill>
                <a:latin typeface="Calibri"/>
                <a:ea typeface="Calibri"/>
                <a:cs typeface="Calibri"/>
              </a:rPr>
              <a:t>A3 resisted the recorded attack. A0 reused a valid answer. B0 exposed a false rejection.</a:t>
            </a:r>
          </a:p>
        </p:txBody>
      </p:sp>
      <p:sp>
        <p:nvSpPr>
          <p:cNvPr id="6" name="question-2">
            <a:extLst xmlns:a="http://schemas.openxmlformats.org/drawingml/2006/main">
              <a:ext uri="{FF2B5EF4-FFF2-40B4-BE49-F238E27FC236}">
                <a16:creationId xmlns:a16="http://schemas.microsoft.com/office/drawing/2014/main" id="{F3306913-E6BF-4EAE-908A-9A529F2A7D4A}"/>
              </a:ext>
            </a:extLst>
          </p:cNvPr>
          <p:cNvSpPr>
            <a:spLocks xmlns:a="http://schemas.openxmlformats.org/drawingml/2006/main" noGrp="1"/>
          </p:cNvSpPr>
          <p:nvPr/>
        </p:nvSpPr>
        <p:spPr>
          <a:xfrm xmlns:a="http://schemas.openxmlformats.org/drawingml/2006/main">
            <a:off x="762000" y="4429125"/>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250" b="1">
                <a:solidFill>
                  <a:srgbClr val="9A512F"/>
                </a:solidFill>
                <a:latin typeface="Calibri"/>
                <a:ea typeface="Calibri"/>
                <a:cs typeface="Calibri"/>
              </a:defRPr>
            </a:defPPr>
          </a:lstStyle>
          <a:p xmlns:a="http://schemas.openxmlformats.org/drawingml/2006/main">
            <a:pPr>
              <a:buNone/>
              <a:defRPr sz="2250" b="1">
                <a:solidFill>
                  <a:srgbClr val="9A512F"/>
                </a:solidFill>
                <a:latin typeface="Calibri"/>
                <a:ea typeface="Calibri"/>
                <a:cs typeface="Calibri"/>
              </a:defRPr>
            </a:pPr>
            <a:r>
              <a:rPr sz="2250" b="1">
                <a:solidFill>
                  <a:srgbClr val="9A512F"/>
                </a:solidFill>
                <a:latin typeface="Calibri"/>
                <a:ea typeface="Calibri"/>
                <a:cs typeface="Calibri"/>
              </a:rPr>
              <a:t>Did the engineering trade-off pay off?</a:t>
            </a:r>
          </a:p>
        </p:txBody>
      </p:sp>
      <p:sp>
        <p:nvSpPr>
          <p:cNvPr id="7" name="answer-2">
            <a:extLst xmlns:a="http://schemas.openxmlformats.org/drawingml/2006/main">
              <a:ext uri="{FF2B5EF4-FFF2-40B4-BE49-F238E27FC236}">
                <a16:creationId xmlns:a16="http://schemas.microsoft.com/office/drawing/2014/main" id="{3311E1C1-A3A2-42A9-8EC6-219D1D58087A}"/>
              </a:ext>
            </a:extLst>
          </p:cNvPr>
          <p:cNvSpPr>
            <a:spLocks xmlns:a="http://schemas.openxmlformats.org/drawingml/2006/main" noGrp="1"/>
          </p:cNvSpPr>
          <p:nvPr/>
        </p:nvSpPr>
        <p:spPr>
          <a:xfrm xmlns:a="http://schemas.openxmlformats.org/drawingml/2006/main">
            <a:off x="762000" y="4838700"/>
            <a:ext cx="1047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00" b="0">
                <a:solidFill>
                  <a:srgbClr val="282B29"/>
                </a:solidFill>
                <a:latin typeface="Calibri"/>
                <a:ea typeface="Calibri"/>
                <a:cs typeface="Calibri"/>
              </a:defRPr>
            </a:defPPr>
          </a:lstStyle>
          <a:p xmlns:a="http://schemas.openxmlformats.org/drawingml/2006/main">
            <a:pPr>
              <a:buNone/>
              <a:defRPr sz="2100" b="0">
                <a:solidFill>
                  <a:srgbClr val="282B29"/>
                </a:solidFill>
                <a:latin typeface="Calibri"/>
                <a:ea typeface="Calibri"/>
                <a:cs typeface="Calibri"/>
              </a:defRPr>
            </a:pPr>
            <a:r>
              <a:rPr sz="2100" b="0">
                <a:solidFill>
                  <a:srgbClr val="282B29"/>
                </a:solidFill>
                <a:latin typeface="Calibri"/>
                <a:ea typeface="Calibri"/>
                <a:cs typeface="Calibri"/>
              </a:rPr>
              <a:t>The failure pattern improved in one case and worsened in another. The repeated pair took longer.</a:t>
            </a:r>
          </a:p>
        </p:txBody>
      </p:sp>
      <p:sp>
        <p:nvSpPr>
          <p:cNvPr id="8" name="closing">
            <a:extLst xmlns:a="http://schemas.openxmlformats.org/drawingml/2006/main">
              <a:ext uri="{FF2B5EF4-FFF2-40B4-BE49-F238E27FC236}">
                <a16:creationId xmlns:a16="http://schemas.microsoft.com/office/drawing/2014/main" id="{717252E9-CDE4-4DED-AEC4-30B58B9A938C}"/>
              </a:ext>
            </a:extLst>
          </p:cNvPr>
          <p:cNvSpPr>
            <a:spLocks xmlns:a="http://schemas.openxmlformats.org/drawingml/2006/main" noGrp="1"/>
          </p:cNvSpPr>
          <p:nvPr/>
        </p:nvSpPr>
        <p:spPr>
          <a:xfrm xmlns:a="http://schemas.openxmlformats.org/drawingml/2006/main">
            <a:off x="762000" y="6038850"/>
            <a:ext cx="106680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1">
                <a:solidFill>
                  <a:srgbClr val="282B29"/>
                </a:solidFill>
                <a:latin typeface="Calibri"/>
                <a:ea typeface="Calibri"/>
                <a:cs typeface="Calibri"/>
              </a:defRPr>
            </a:defPPr>
          </a:lstStyle>
          <a:p xmlns:a="http://schemas.openxmlformats.org/drawingml/2006/main">
            <a:pPr>
              <a:buNone/>
              <a:defRPr sz="2025" b="1">
                <a:solidFill>
                  <a:srgbClr val="282B29"/>
                </a:solidFill>
                <a:latin typeface="Calibri"/>
                <a:ea typeface="Calibri"/>
                <a:cs typeface="Calibri"/>
              </a:defRPr>
            </a:pPr>
            <a:r>
              <a:rPr sz="2025" b="1">
                <a:solidFill>
                  <a:srgbClr val="282B29"/>
                </a:solidFill>
                <a:latin typeface="Calibri"/>
                <a:ea typeface="Calibri"/>
                <a:cs typeface="Calibri"/>
              </a:rPr>
              <a:t>Next: improve quotation fidelity, then repeat quality and workload evaluation.</a:t>
            </a:r>
          </a:p>
        </p:txBody>
      </p:sp>
    </p:spTree>
    <p:extLst>
      <p:ext uri="{BB962C8B-B14F-4D97-AF65-F5344CB8AC3E}">
        <p14:creationId xmlns:p14="http://schemas.microsoft.com/office/powerpoint/2010/main" val="3937486198"/>
      </p:ext>
    </p:extLst>
  </p:cSld>
</p:sld>
</file>

<file path=ppt/theme/theme1.xml><?xml version="1.0" encoding="utf-8"?>
<a:theme xmlns:a="http://schemas.openxmlformats.org/drawingml/2006/main" name="1_MIT PE">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lue War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2026-10-14T02:14:22.1890000Z</dcterms:created>
  <dcterms:modified xsi:type="dcterms:W3CDTF">2026-10-14T02:14:22.1890000Z</dcterms:modified>
</coreProperties>
</file>